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6858000" cx="12192000"/>
  <p:notesSz cx="6858000" cy="9144000"/>
  <p:embeddedFontLst>
    <p:embeddedFont>
      <p:font typeface="Open Sans ExtraBold"/>
      <p:bold r:id="rId47"/>
      <p:boldItalic r:id="rId48"/>
    </p:embeddedFont>
    <p:embeddedFont>
      <p:font typeface="Roboto Mono"/>
      <p:regular r:id="rId49"/>
      <p:bold r:id="rId50"/>
      <p:italic r:id="rId51"/>
      <p:boldItalic r:id="rId52"/>
    </p:embeddedFont>
    <p:embeddedFont>
      <p:font typeface="Crimson Text"/>
      <p:regular r:id="rId53"/>
      <p:bold r:id="rId54"/>
      <p:italic r:id="rId55"/>
      <p:boldItalic r:id="rId56"/>
    </p:embeddedFont>
    <p:embeddedFont>
      <p:font typeface="Open Sans Light"/>
      <p:regular r:id="rId57"/>
      <p:bold r:id="rId58"/>
      <p:italic r:id="rId59"/>
      <p:boldItalic r:id="rId60"/>
    </p:embeddedFont>
    <p:embeddedFont>
      <p:font typeface="Open Sans"/>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F840A9-030A-45F9-8A15-06293322FCAD}">
  <a:tblStyle styleId="{FEF840A9-030A-45F9-8A15-06293322FCA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OpenSansExtraBold-boldItalic.fntdata"/><Relationship Id="rId47" Type="http://schemas.openxmlformats.org/officeDocument/2006/relationships/font" Target="fonts/OpenSansExtraBold-bold.fntdata"/><Relationship Id="rId49" Type="http://schemas.openxmlformats.org/officeDocument/2006/relationships/font" Target="fonts/RobotoMon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OpenSans-bold.fntdata"/><Relationship Id="rId61" Type="http://schemas.openxmlformats.org/officeDocument/2006/relationships/font" Target="fonts/OpenSans-regular.fntdata"/><Relationship Id="rId20" Type="http://schemas.openxmlformats.org/officeDocument/2006/relationships/slide" Target="slides/slide14.xml"/><Relationship Id="rId64" Type="http://schemas.openxmlformats.org/officeDocument/2006/relationships/font" Target="fonts/OpenSans-boldItalic.fntdata"/><Relationship Id="rId63" Type="http://schemas.openxmlformats.org/officeDocument/2006/relationships/font" Target="fonts/OpenSans-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penSansLight-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italic.fntdata"/><Relationship Id="rId50" Type="http://schemas.openxmlformats.org/officeDocument/2006/relationships/font" Target="fonts/RobotoMono-bold.fntdata"/><Relationship Id="rId53" Type="http://schemas.openxmlformats.org/officeDocument/2006/relationships/font" Target="fonts/CrimsonText-regular.fntdata"/><Relationship Id="rId52" Type="http://schemas.openxmlformats.org/officeDocument/2006/relationships/font" Target="fonts/RobotoMono-boldItalic.fntdata"/><Relationship Id="rId11" Type="http://schemas.openxmlformats.org/officeDocument/2006/relationships/slide" Target="slides/slide5.xml"/><Relationship Id="rId55" Type="http://schemas.openxmlformats.org/officeDocument/2006/relationships/font" Target="fonts/CrimsonText-italic.fntdata"/><Relationship Id="rId10" Type="http://schemas.openxmlformats.org/officeDocument/2006/relationships/slide" Target="slides/slide4.xml"/><Relationship Id="rId54" Type="http://schemas.openxmlformats.org/officeDocument/2006/relationships/font" Target="fonts/CrimsonText-bold.fntdata"/><Relationship Id="rId13" Type="http://schemas.openxmlformats.org/officeDocument/2006/relationships/slide" Target="slides/slide7.xml"/><Relationship Id="rId57" Type="http://schemas.openxmlformats.org/officeDocument/2006/relationships/font" Target="fonts/OpenSansLight-regular.fntdata"/><Relationship Id="rId12" Type="http://schemas.openxmlformats.org/officeDocument/2006/relationships/slide" Target="slides/slide6.xml"/><Relationship Id="rId56" Type="http://schemas.openxmlformats.org/officeDocument/2006/relationships/font" Target="fonts/CrimsonText-boldItalic.fntdata"/><Relationship Id="rId15" Type="http://schemas.openxmlformats.org/officeDocument/2006/relationships/slide" Target="slides/slide9.xml"/><Relationship Id="rId59" Type="http://schemas.openxmlformats.org/officeDocument/2006/relationships/font" Target="fonts/OpenSansLight-italic.fntdata"/><Relationship Id="rId14" Type="http://schemas.openxmlformats.org/officeDocument/2006/relationships/slide" Target="slides/slide8.xml"/><Relationship Id="rId58" Type="http://schemas.openxmlformats.org/officeDocument/2006/relationships/font" Target="fonts/OpenSansLight-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Open Sans"/>
                <a:ea typeface="Open Sans"/>
                <a:cs typeface="Open Sans"/>
                <a:sym typeface="Open Sans"/>
              </a:defRPr>
            </a:lvl1pPr>
            <a:lvl2pPr indent="-228600" lvl="1" marL="914400" marR="0" rtl="0" algn="l">
              <a:spcBef>
                <a:spcPts val="0"/>
              </a:spcBef>
              <a:spcAft>
                <a:spcPts val="0"/>
              </a:spcAft>
              <a:buSzPts val="1400"/>
              <a:buNone/>
              <a:defRPr b="0" i="0" sz="1200" u="none" cap="none" strike="noStrike">
                <a:latin typeface="Open Sans"/>
                <a:ea typeface="Open Sans"/>
                <a:cs typeface="Open Sans"/>
                <a:sym typeface="Open Sans"/>
              </a:defRPr>
            </a:lvl2pPr>
            <a:lvl3pPr indent="-228600" lvl="2" marL="1371600" marR="0" rtl="0" algn="l">
              <a:spcBef>
                <a:spcPts val="0"/>
              </a:spcBef>
              <a:spcAft>
                <a:spcPts val="0"/>
              </a:spcAft>
              <a:buSzPts val="1400"/>
              <a:buNone/>
              <a:defRPr b="0" i="0" sz="1200" u="none" cap="none" strike="noStrike">
                <a:latin typeface="Open Sans"/>
                <a:ea typeface="Open Sans"/>
                <a:cs typeface="Open Sans"/>
                <a:sym typeface="Open Sans"/>
              </a:defRPr>
            </a:lvl3pPr>
            <a:lvl4pPr indent="-228600" lvl="3" marL="1828800" marR="0" rtl="0" algn="l">
              <a:spcBef>
                <a:spcPts val="0"/>
              </a:spcBef>
              <a:spcAft>
                <a:spcPts val="0"/>
              </a:spcAft>
              <a:buSzPts val="1400"/>
              <a:buNone/>
              <a:defRPr b="0" i="0" sz="1200" u="none" cap="none" strike="noStrike">
                <a:latin typeface="Open Sans"/>
                <a:ea typeface="Open Sans"/>
                <a:cs typeface="Open Sans"/>
                <a:sym typeface="Open Sans"/>
              </a:defRPr>
            </a:lvl4pPr>
            <a:lvl5pPr indent="-228600" lvl="4" marL="2286000" marR="0" rtl="0" algn="l">
              <a:spcBef>
                <a:spcPts val="0"/>
              </a:spcBef>
              <a:spcAft>
                <a:spcPts val="0"/>
              </a:spcAft>
              <a:buSzPts val="1400"/>
              <a:buNone/>
              <a:defRPr b="0" i="0" sz="1200" u="none" cap="none" strike="noStrike">
                <a:latin typeface="Open Sans"/>
                <a:ea typeface="Open Sans"/>
                <a:cs typeface="Open Sans"/>
                <a:sym typeface="Open Sans"/>
              </a:defRPr>
            </a:lvl5pPr>
            <a:lvl6pPr indent="-228600" lvl="5" marL="2743200" marR="0" rtl="0" algn="l">
              <a:spcBef>
                <a:spcPts val="0"/>
              </a:spcBef>
              <a:spcAft>
                <a:spcPts val="0"/>
              </a:spcAft>
              <a:buSzPts val="1400"/>
              <a:buNone/>
              <a:defRPr b="0" i="0" sz="1200" u="none" cap="none" strike="noStrike">
                <a:latin typeface="Open Sans"/>
                <a:ea typeface="Open Sans"/>
                <a:cs typeface="Open Sans"/>
                <a:sym typeface="Open Sans"/>
              </a:defRPr>
            </a:lvl6pPr>
            <a:lvl7pPr indent="-228600" lvl="6" marL="3200400" marR="0" rtl="0" algn="l">
              <a:spcBef>
                <a:spcPts val="0"/>
              </a:spcBef>
              <a:spcAft>
                <a:spcPts val="0"/>
              </a:spcAft>
              <a:buSzPts val="1400"/>
              <a:buNone/>
              <a:defRPr b="0" i="0" sz="1200" u="none" cap="none" strike="noStrike">
                <a:latin typeface="Open Sans"/>
                <a:ea typeface="Open Sans"/>
                <a:cs typeface="Open Sans"/>
                <a:sym typeface="Open Sans"/>
              </a:defRPr>
            </a:lvl7pPr>
            <a:lvl8pPr indent="-228600" lvl="7" marL="3657600" marR="0" rtl="0" algn="l">
              <a:spcBef>
                <a:spcPts val="0"/>
              </a:spcBef>
              <a:spcAft>
                <a:spcPts val="0"/>
              </a:spcAft>
              <a:buSzPts val="1400"/>
              <a:buNone/>
              <a:defRPr b="0" i="0" sz="1200" u="none" cap="none" strike="noStrike">
                <a:latin typeface="Open Sans"/>
                <a:ea typeface="Open Sans"/>
                <a:cs typeface="Open Sans"/>
                <a:sym typeface="Open Sans"/>
              </a:defRPr>
            </a:lvl8pPr>
            <a:lvl9pPr indent="-228600" lvl="8" marL="4114800" marR="0" rtl="0" algn="l">
              <a:spcBef>
                <a:spcPts val="0"/>
              </a:spcBef>
              <a:spcAft>
                <a:spcPts val="0"/>
              </a:spcAft>
              <a:buSzPts val="1400"/>
              <a:buNone/>
              <a:defRPr b="0" i="0" sz="1200" u="none" cap="none" strike="noStrike">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3f1c59e465_0_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g33f1c59e465_0_1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54f45f560d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54f45f560d_0_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marR="38100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Imagine you're a support team at a bank getting </a:t>
            </a:r>
            <a:r>
              <a:rPr i="1" lang="en-US" sz="1100">
                <a:solidFill>
                  <a:schemeClr val="dk1"/>
                </a:solidFill>
                <a:latin typeface="Arial"/>
                <a:ea typeface="Arial"/>
                <a:cs typeface="Arial"/>
                <a:sym typeface="Arial"/>
              </a:rPr>
              <a:t>hundreds of customer messages every day.</a:t>
            </a:r>
            <a:br>
              <a:rPr i="1"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 Some are totally normal — like asking about card delivery — but others are serious, like fraud or stolen cards.</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The problem is:</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 These rare but </a:t>
            </a:r>
            <a:r>
              <a:rPr i="1" lang="en-US" sz="1100">
                <a:solidFill>
                  <a:schemeClr val="dk1"/>
                </a:solidFill>
                <a:latin typeface="Arial"/>
                <a:ea typeface="Arial"/>
                <a:cs typeface="Arial"/>
                <a:sym typeface="Arial"/>
              </a:rPr>
              <a:t>important</a:t>
            </a:r>
            <a:r>
              <a:rPr lang="en-US" sz="1100">
                <a:solidFill>
                  <a:schemeClr val="dk1"/>
                </a:solidFill>
                <a:latin typeface="Arial"/>
                <a:ea typeface="Arial"/>
                <a:cs typeface="Arial"/>
                <a:sym typeface="Arial"/>
              </a:rPr>
              <a:t> messages — the anomalies — are </a:t>
            </a:r>
            <a:r>
              <a:rPr i="1" lang="en-US" sz="1100">
                <a:solidFill>
                  <a:schemeClr val="dk1"/>
                </a:solidFill>
                <a:latin typeface="Arial"/>
                <a:ea typeface="Arial"/>
                <a:cs typeface="Arial"/>
                <a:sym typeface="Arial"/>
              </a:rPr>
              <a:t>hard to catch</a:t>
            </a:r>
            <a:r>
              <a:rPr lang="en-US" sz="1100">
                <a:solidFill>
                  <a:schemeClr val="dk1"/>
                </a:solidFill>
                <a:latin typeface="Arial"/>
                <a:ea typeface="Arial"/>
                <a:cs typeface="Arial"/>
                <a:sym typeface="Arial"/>
              </a:rPr>
              <a:t>.</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 They're buried in normal conversations, and they don’t always use obvious words like “fraud” or “stolen.”</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Traditional models struggle because:</a:t>
            </a:r>
            <a:endParaRPr sz="1100">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latin typeface="Arial"/>
                <a:ea typeface="Arial"/>
                <a:cs typeface="Arial"/>
                <a:sym typeface="Arial"/>
              </a:rPr>
              <a:t>There’s a </a:t>
            </a:r>
            <a:r>
              <a:rPr i="1" lang="en-US" sz="1100">
                <a:solidFill>
                  <a:schemeClr val="dk1"/>
                </a:solidFill>
                <a:latin typeface="Arial"/>
                <a:ea typeface="Arial"/>
                <a:cs typeface="Arial"/>
                <a:sym typeface="Arial"/>
              </a:rPr>
              <a:t>huge imbalance</a:t>
            </a:r>
            <a:r>
              <a:rPr lang="en-US" sz="1100">
                <a:solidFill>
                  <a:schemeClr val="dk1"/>
                </a:solidFill>
                <a:latin typeface="Arial"/>
                <a:ea typeface="Arial"/>
                <a:cs typeface="Arial"/>
                <a:sym typeface="Arial"/>
              </a:rPr>
              <a:t> — lots of normal cases, very few anomalies.</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And anomalies are often </a:t>
            </a:r>
            <a:r>
              <a:rPr i="1" lang="en-US" sz="1100">
                <a:solidFill>
                  <a:schemeClr val="dk1"/>
                </a:solidFill>
                <a:latin typeface="Arial"/>
                <a:ea typeface="Arial"/>
                <a:cs typeface="Arial"/>
                <a:sym typeface="Arial"/>
              </a:rPr>
              <a:t>subtle</a:t>
            </a:r>
            <a:r>
              <a:rPr lang="en-US" sz="1100">
                <a:solidFill>
                  <a:schemeClr val="dk1"/>
                </a:solidFill>
                <a:latin typeface="Arial"/>
                <a:ea typeface="Arial"/>
                <a:cs typeface="Arial"/>
                <a:sym typeface="Arial"/>
              </a:rPr>
              <a:t>, written in ways that don’t stand out easily.</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So, the goal of this project is to build a smart pipeline that:</a:t>
            </a:r>
            <a:endParaRPr sz="1100">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latin typeface="Arial"/>
                <a:ea typeface="Arial"/>
                <a:cs typeface="Arial"/>
                <a:sym typeface="Arial"/>
              </a:rPr>
              <a:t>Turns text into features a computer can understand,</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Reduces the complexity of that data,</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And clusters messages to detect what’s normal and what stands out as suspicious.</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This helps spot potential fraud or support issues early, without needing a human to read every single message.</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spcBef>
                <a:spcPts val="1200"/>
              </a:spcBef>
              <a:spcAft>
                <a:spcPts val="0"/>
              </a:spcAft>
              <a:buNone/>
            </a:pPr>
            <a:r>
              <a:t/>
            </a:r>
            <a:endParaRPr/>
          </a:p>
        </p:txBody>
      </p:sp>
      <p:sp>
        <p:nvSpPr>
          <p:cNvPr id="202" name="Google Shape;2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4e0152a581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4e0152a581_0_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100">
                <a:solidFill>
                  <a:schemeClr val="dk1"/>
                </a:solidFill>
                <a:latin typeface="Arial"/>
                <a:ea typeface="Arial"/>
                <a:cs typeface="Arial"/>
                <a:sym typeface="Arial"/>
              </a:rPr>
              <a:t>so here are the models that we used for this </a:t>
            </a:r>
            <a:r>
              <a:rPr lang="en-US" sz="1100">
                <a:solidFill>
                  <a:schemeClr val="dk1"/>
                </a:solidFill>
                <a:latin typeface="Arial"/>
                <a:ea typeface="Arial"/>
                <a:cs typeface="Arial"/>
                <a:sym typeface="Arial"/>
              </a:rPr>
              <a:t>portion</a:t>
            </a:r>
            <a:r>
              <a:rPr lang="en-US"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HDBSCAN</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The data is already in dense topic formats like card arrivals, exchange rate questions, extra charge, top up</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Rare but Critical Anomalies Stand Out as Noise example my card was hacked </a:t>
            </a:r>
            <a:endParaRPr sz="1100">
              <a:solidFill>
                <a:schemeClr val="dk1"/>
              </a:solidFill>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These occur less frequently but are </a:t>
            </a:r>
            <a:r>
              <a:rPr b="1" lang="en-US" sz="1100">
                <a:solidFill>
                  <a:schemeClr val="dk1"/>
                </a:solidFill>
                <a:latin typeface="Arial"/>
                <a:ea typeface="Arial"/>
                <a:cs typeface="Arial"/>
                <a:sym typeface="Arial"/>
              </a:rPr>
              <a:t>semantically different enough</a:t>
            </a:r>
            <a:r>
              <a:rPr lang="en-US" sz="1100">
                <a:solidFill>
                  <a:schemeClr val="dk1"/>
                </a:solidFill>
                <a:latin typeface="Arial"/>
                <a:ea typeface="Arial"/>
                <a:cs typeface="Arial"/>
                <a:sym typeface="Arial"/>
              </a:rPr>
              <a:t> to be </a:t>
            </a:r>
            <a:r>
              <a:rPr b="1" lang="en-US" sz="1100">
                <a:solidFill>
                  <a:schemeClr val="dk1"/>
                </a:solidFill>
                <a:latin typeface="Arial"/>
                <a:ea typeface="Arial"/>
                <a:cs typeface="Arial"/>
                <a:sym typeface="Arial"/>
              </a:rPr>
              <a:t>flagged as outliers</a:t>
            </a:r>
            <a:r>
              <a:rPr lang="en-US" sz="1100">
                <a:solidFill>
                  <a:schemeClr val="dk1"/>
                </a:solidFill>
                <a:latin typeface="Arial"/>
                <a:ea typeface="Arial"/>
                <a:cs typeface="Arial"/>
                <a:sym typeface="Arial"/>
              </a:rPr>
              <a:t> (i.e., noise points) by HDBSCAN.</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Some topics are asked hundreds of times (</a:t>
            </a:r>
            <a:r>
              <a:rPr i="1" lang="en-US" sz="1100">
                <a:solidFill>
                  <a:schemeClr val="dk1"/>
                </a:solidFill>
                <a:latin typeface="Arial"/>
                <a:ea typeface="Arial"/>
                <a:cs typeface="Arial"/>
                <a:sym typeface="Arial"/>
              </a:rPr>
              <a:t>card delivery</a:t>
            </a:r>
            <a:r>
              <a:rPr lang="en-US" sz="1100">
                <a:solidFill>
                  <a:schemeClr val="dk1"/>
                </a:solidFill>
                <a:latin typeface="Arial"/>
                <a:ea typeface="Arial"/>
                <a:cs typeface="Arial"/>
                <a:sym typeface="Arial"/>
              </a:rPr>
              <a:t>), while others are rare (</a:t>
            </a:r>
            <a:r>
              <a:rPr i="1" lang="en-US" sz="1100">
                <a:solidFill>
                  <a:schemeClr val="dk1"/>
                </a:solidFill>
                <a:latin typeface="Arial"/>
                <a:ea typeface="Arial"/>
                <a:cs typeface="Arial"/>
                <a:sym typeface="Arial"/>
              </a:rPr>
              <a:t>exchange rate errors</a:t>
            </a:r>
            <a:r>
              <a:rPr lang="en-US" sz="1100">
                <a:solidFill>
                  <a:schemeClr val="dk1"/>
                </a:solidFill>
                <a:latin typeface="Arial"/>
                <a:ea typeface="Arial"/>
                <a:cs typeface="Arial"/>
                <a:sym typeface="Arial"/>
              </a:rPr>
              <a:t>, </a:t>
            </a:r>
            <a:r>
              <a:rPr i="1" lang="en-US" sz="1100">
                <a:solidFill>
                  <a:schemeClr val="dk1"/>
                </a:solidFill>
                <a:latin typeface="Arial"/>
                <a:ea typeface="Arial"/>
                <a:cs typeface="Arial"/>
                <a:sym typeface="Arial"/>
              </a:rPr>
              <a:t>fiat support</a:t>
            </a:r>
            <a:r>
              <a:rPr lang="en-US" sz="1100">
                <a:solidFill>
                  <a:schemeClr val="dk1"/>
                </a:solidFill>
                <a:latin typeface="Arial"/>
                <a:ea typeface="Arial"/>
                <a:cs typeface="Arial"/>
                <a:sym typeface="Arial"/>
              </a:rPr>
              <a:t>).</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HDBSCAN’s </a:t>
            </a:r>
            <a:r>
              <a:rPr b="1" lang="en-US" sz="1100">
                <a:solidFill>
                  <a:schemeClr val="dk1"/>
                </a:solidFill>
                <a:latin typeface="Arial"/>
                <a:ea typeface="Arial"/>
                <a:cs typeface="Arial"/>
                <a:sym typeface="Arial"/>
              </a:rPr>
              <a:t>density-based approach handles this variation</a:t>
            </a:r>
            <a:r>
              <a:rPr lang="en-US" sz="1100">
                <a:solidFill>
                  <a:schemeClr val="dk1"/>
                </a:solidFill>
                <a:latin typeface="Arial"/>
                <a:ea typeface="Arial"/>
                <a:cs typeface="Arial"/>
                <a:sym typeface="Arial"/>
              </a:rPr>
              <a:t> far better than methods like KMeans (which assumes equal-sized clusters).</a:t>
            </a:r>
            <a:endParaRPr sz="1100">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Kmeans</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Again, KMeans </a:t>
            </a:r>
            <a:r>
              <a:rPr b="1" lang="en-US" sz="1100">
                <a:solidFill>
                  <a:schemeClr val="dk1"/>
                </a:solidFill>
                <a:latin typeface="Arial"/>
                <a:ea typeface="Arial"/>
                <a:cs typeface="Arial"/>
                <a:sym typeface="Arial"/>
              </a:rPr>
              <a:t>forces every data point into a cluster</a:t>
            </a:r>
            <a:r>
              <a:rPr lang="en-US" sz="1100">
                <a:solidFill>
                  <a:schemeClr val="dk1"/>
                </a:solidFill>
                <a:latin typeface="Arial"/>
                <a:ea typeface="Arial"/>
                <a:cs typeface="Arial"/>
                <a:sym typeface="Arial"/>
              </a:rPr>
              <a:t>, making it useful to model </a:t>
            </a:r>
            <a:r>
              <a:rPr b="1" lang="en-US" sz="1100">
                <a:solidFill>
                  <a:schemeClr val="dk1"/>
                </a:solidFill>
                <a:latin typeface="Arial"/>
                <a:ea typeface="Arial"/>
                <a:cs typeface="Arial"/>
                <a:sym typeface="Arial"/>
              </a:rPr>
              <a:t>“typical” behavior</a:t>
            </a:r>
            <a:r>
              <a:rPr lang="en-US" sz="1100">
                <a:solidFill>
                  <a:schemeClr val="dk1"/>
                </a:solidFill>
                <a:latin typeface="Arial"/>
                <a:ea typeface="Arial"/>
                <a:cs typeface="Arial"/>
                <a:sym typeface="Arial"/>
              </a:rPr>
              <a:t>.</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If a new query lies </a:t>
            </a:r>
            <a:r>
              <a:rPr b="1" lang="en-US" sz="1100">
                <a:solidFill>
                  <a:schemeClr val="dk1"/>
                </a:solidFill>
                <a:latin typeface="Arial"/>
                <a:ea typeface="Arial"/>
                <a:cs typeface="Arial"/>
                <a:sym typeface="Arial"/>
              </a:rPr>
              <a:t>far from all cluster centers</a:t>
            </a:r>
            <a:r>
              <a:rPr lang="en-US" sz="1100">
                <a:solidFill>
                  <a:schemeClr val="dk1"/>
                </a:solidFill>
                <a:latin typeface="Arial"/>
                <a:ea typeface="Arial"/>
                <a:cs typeface="Arial"/>
                <a:sym typeface="Arial"/>
              </a:rPr>
              <a:t>, it's a strong sign of an anomaly.</a:t>
            </a:r>
            <a:endParaRPr sz="1100">
              <a:solidFill>
                <a:schemeClr val="dk1"/>
              </a:solidFill>
              <a:latin typeface="Arial"/>
              <a:ea typeface="Arial"/>
              <a:cs typeface="Arial"/>
              <a:sym typeface="Arial"/>
            </a:endParaRPr>
          </a:p>
          <a:p>
            <a:pPr indent="0" lvl="0" marL="45720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e.g., </a:t>
            </a:r>
            <a:r>
              <a:rPr i="1" lang="en-US" sz="1100">
                <a:solidFill>
                  <a:schemeClr val="dk1"/>
                </a:solidFill>
                <a:latin typeface="Arial"/>
                <a:ea typeface="Arial"/>
                <a:cs typeface="Arial"/>
                <a:sym typeface="Arial"/>
              </a:rPr>
              <a:t>"My wallet was stolen and charged 3 times in Malaysia"</a:t>
            </a:r>
            <a:r>
              <a:rPr lang="en-US" sz="1100">
                <a:solidFill>
                  <a:schemeClr val="dk1"/>
                </a:solidFill>
                <a:latin typeface="Arial"/>
                <a:ea typeface="Arial"/>
                <a:cs typeface="Arial"/>
                <a:sym typeface="Arial"/>
              </a:rPr>
              <a:t> will lie </a:t>
            </a:r>
            <a:r>
              <a:rPr b="1" lang="en-US" sz="1100">
                <a:solidFill>
                  <a:schemeClr val="dk1"/>
                </a:solidFill>
                <a:latin typeface="Arial"/>
                <a:ea typeface="Arial"/>
                <a:cs typeface="Arial"/>
                <a:sym typeface="Arial"/>
              </a:rPr>
              <a:t>far</a:t>
            </a:r>
            <a:r>
              <a:rPr lang="en-US" sz="1100">
                <a:solidFill>
                  <a:schemeClr val="dk1"/>
                </a:solidFill>
                <a:latin typeface="Arial"/>
                <a:ea typeface="Arial"/>
                <a:cs typeface="Arial"/>
                <a:sym typeface="Arial"/>
              </a:rPr>
              <a:t> from the </a:t>
            </a:r>
            <a:r>
              <a:rPr lang="en-US" sz="1100">
                <a:solidFill>
                  <a:srgbClr val="188038"/>
                </a:solidFill>
                <a:latin typeface="Roboto Mono"/>
                <a:ea typeface="Roboto Mono"/>
                <a:cs typeface="Roboto Mono"/>
                <a:sym typeface="Roboto Mono"/>
              </a:rPr>
              <a:t>card_arrival</a:t>
            </a:r>
            <a:r>
              <a:rPr lang="en-US" sz="1100">
                <a:solidFill>
                  <a:schemeClr val="dk1"/>
                </a:solidFill>
                <a:latin typeface="Arial"/>
                <a:ea typeface="Arial"/>
                <a:cs typeface="Arial"/>
                <a:sym typeface="Arial"/>
              </a:rPr>
              <a:t> or </a:t>
            </a:r>
            <a:r>
              <a:rPr lang="en-US" sz="1100">
                <a:solidFill>
                  <a:srgbClr val="188038"/>
                </a:solidFill>
                <a:latin typeface="Roboto Mono"/>
                <a:ea typeface="Roboto Mono"/>
                <a:cs typeface="Roboto Mono"/>
                <a:sym typeface="Roboto Mono"/>
              </a:rPr>
              <a:t>app_exchange</a:t>
            </a:r>
            <a:r>
              <a:rPr lang="en-US" sz="1100">
                <a:solidFill>
                  <a:schemeClr val="dk1"/>
                </a:solidFill>
                <a:latin typeface="Arial"/>
                <a:ea typeface="Arial"/>
                <a:cs typeface="Arial"/>
                <a:sym typeface="Arial"/>
              </a:rPr>
              <a:t> centers.</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Isolation Forest - Inputs like </a:t>
            </a:r>
            <a:r>
              <a:rPr i="1" lang="en-US" sz="1100">
                <a:solidFill>
                  <a:schemeClr val="dk1"/>
                </a:solidFill>
                <a:latin typeface="Arial"/>
                <a:ea typeface="Arial"/>
                <a:cs typeface="Arial"/>
                <a:sym typeface="Arial"/>
              </a:rPr>
              <a:t>“I saw a $400 charge but didn’t buy anything”</a:t>
            </a:r>
            <a:r>
              <a:rPr lang="en-US" sz="1100">
                <a:solidFill>
                  <a:schemeClr val="dk1"/>
                </a:solidFill>
                <a:latin typeface="Arial"/>
                <a:ea typeface="Arial"/>
                <a:cs typeface="Arial"/>
                <a:sym typeface="Arial"/>
              </a:rPr>
              <a:t> will </a:t>
            </a:r>
            <a:r>
              <a:rPr b="1" lang="en-US" sz="1100">
                <a:solidFill>
                  <a:schemeClr val="dk1"/>
                </a:solidFill>
                <a:latin typeface="Arial"/>
                <a:ea typeface="Arial"/>
                <a:cs typeface="Arial"/>
                <a:sym typeface="Arial"/>
              </a:rPr>
              <a:t>stand apart from dense clusters</a:t>
            </a:r>
            <a:r>
              <a:rPr lang="en-US" sz="1100">
                <a:solidFill>
                  <a:schemeClr val="dk1"/>
                </a:solidFill>
                <a:latin typeface="Arial"/>
                <a:ea typeface="Arial"/>
                <a:cs typeface="Arial"/>
                <a:sym typeface="Arial"/>
              </a:rPr>
              <a:t> of common queries like </a:t>
            </a:r>
            <a:r>
              <a:rPr i="1" lang="en-US" sz="1100">
                <a:solidFill>
                  <a:schemeClr val="dk1"/>
                </a:solidFill>
                <a:latin typeface="Arial"/>
                <a:ea typeface="Arial"/>
                <a:cs typeface="Arial"/>
                <a:sym typeface="Arial"/>
              </a:rPr>
              <a:t>“Where is my card?”</a:t>
            </a:r>
            <a:endParaRPr i="1" sz="11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i="1" lang="en-US" sz="1100">
                <a:solidFill>
                  <a:schemeClr val="dk1"/>
                </a:solidFill>
                <a:latin typeface="Arial"/>
                <a:ea typeface="Arial"/>
                <a:cs typeface="Arial"/>
                <a:sym typeface="Arial"/>
              </a:rPr>
              <a:t>Isolation Forest is </a:t>
            </a:r>
            <a:r>
              <a:rPr b="1" i="1" lang="en-US" sz="1100">
                <a:solidFill>
                  <a:schemeClr val="dk1"/>
                </a:solidFill>
                <a:latin typeface="Arial"/>
                <a:ea typeface="Arial"/>
                <a:cs typeface="Arial"/>
                <a:sym typeface="Arial"/>
              </a:rPr>
              <a:t>good at finding global outliers</a:t>
            </a:r>
            <a:r>
              <a:rPr i="1" lang="en-US" sz="1100">
                <a:solidFill>
                  <a:schemeClr val="dk1"/>
                </a:solidFill>
                <a:latin typeface="Arial"/>
                <a:ea typeface="Arial"/>
                <a:cs typeface="Arial"/>
                <a:sym typeface="Arial"/>
              </a:rPr>
              <a:t> that don’t belong to any cluster.</a:t>
            </a:r>
            <a:br>
              <a:rPr i="1" lang="en-US" sz="1100">
                <a:solidFill>
                  <a:schemeClr val="dk1"/>
                </a:solidFill>
                <a:latin typeface="Arial"/>
                <a:ea typeface="Arial"/>
                <a:cs typeface="Arial"/>
                <a:sym typeface="Arial"/>
              </a:rPr>
            </a:br>
            <a:endParaRPr i="1" sz="11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i="1" lang="en-US" sz="1100">
                <a:solidFill>
                  <a:schemeClr val="dk1"/>
                </a:solidFill>
                <a:latin typeface="Arial"/>
                <a:ea typeface="Arial"/>
                <a:cs typeface="Arial"/>
                <a:sym typeface="Arial"/>
              </a:rPr>
              <a:t>This complements:</a:t>
            </a:r>
            <a:br>
              <a:rPr i="1" lang="en-US" sz="1100">
                <a:solidFill>
                  <a:schemeClr val="dk1"/>
                </a:solidFill>
                <a:latin typeface="Arial"/>
                <a:ea typeface="Arial"/>
                <a:cs typeface="Arial"/>
                <a:sym typeface="Arial"/>
              </a:rPr>
            </a:br>
            <a:endParaRPr i="1" sz="1100">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i="1" lang="en-US" sz="1100">
                <a:solidFill>
                  <a:schemeClr val="dk1"/>
                </a:solidFill>
                <a:latin typeface="Arial"/>
                <a:ea typeface="Arial"/>
                <a:cs typeface="Arial"/>
                <a:sym typeface="Arial"/>
              </a:rPr>
              <a:t>HDBSCAN (which detects </a:t>
            </a:r>
            <a:r>
              <a:rPr b="1" i="1" lang="en-US" sz="1100">
                <a:solidFill>
                  <a:schemeClr val="dk1"/>
                </a:solidFill>
                <a:latin typeface="Arial"/>
                <a:ea typeface="Arial"/>
                <a:cs typeface="Arial"/>
                <a:sym typeface="Arial"/>
              </a:rPr>
              <a:t>local anomalies</a:t>
            </a:r>
            <a:r>
              <a:rPr i="1" lang="en-US" sz="1100">
                <a:solidFill>
                  <a:schemeClr val="dk1"/>
                </a:solidFill>
                <a:latin typeface="Arial"/>
                <a:ea typeface="Arial"/>
                <a:cs typeface="Arial"/>
                <a:sym typeface="Arial"/>
              </a:rPr>
              <a:t> in sparse clusters)</a:t>
            </a:r>
            <a:br>
              <a:rPr i="1" lang="en-US" sz="1100">
                <a:solidFill>
                  <a:schemeClr val="dk1"/>
                </a:solidFill>
                <a:latin typeface="Arial"/>
                <a:ea typeface="Arial"/>
                <a:cs typeface="Arial"/>
                <a:sym typeface="Arial"/>
              </a:rPr>
            </a:br>
            <a:endParaRPr i="1"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i="1" lang="en-US" sz="1100">
                <a:solidFill>
                  <a:schemeClr val="dk1"/>
                </a:solidFill>
                <a:latin typeface="Arial"/>
                <a:ea typeface="Arial"/>
                <a:cs typeface="Arial"/>
                <a:sym typeface="Arial"/>
              </a:rPr>
              <a:t>KMeans (which finds </a:t>
            </a:r>
            <a:r>
              <a:rPr b="1" i="1" lang="en-US" sz="1100">
                <a:solidFill>
                  <a:schemeClr val="dk1"/>
                </a:solidFill>
                <a:latin typeface="Arial"/>
                <a:ea typeface="Arial"/>
                <a:cs typeface="Arial"/>
                <a:sym typeface="Arial"/>
              </a:rPr>
              <a:t>distance-based outliers</a:t>
            </a:r>
            <a:r>
              <a:rPr i="1" lang="en-US" sz="1100">
                <a:solidFill>
                  <a:schemeClr val="dk1"/>
                </a:solidFill>
                <a:latin typeface="Arial"/>
                <a:ea typeface="Arial"/>
                <a:cs typeface="Arial"/>
                <a:sym typeface="Arial"/>
              </a:rPr>
              <a:t>)</a:t>
            </a:r>
            <a:endParaRPr i="1"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i="1" sz="1100">
              <a:solidFill>
                <a:schemeClr val="dk1"/>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4e0152a581_0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4e0152a581_0_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Instead of relying on just one machine learning model, we combined several — like HDBSCAN, KMeans, and Isolation Forest — into an ensemble. Each model sees the data differently, No single model catches everything. </a:t>
            </a:r>
            <a:r>
              <a:rPr lang="en-US" sz="1100">
                <a:solidFill>
                  <a:schemeClr val="dk1"/>
                </a:solidFill>
                <a:latin typeface="Arial"/>
                <a:ea typeface="Arial"/>
                <a:cs typeface="Arial"/>
                <a:sym typeface="Arial"/>
              </a:rPr>
              <a:t>By </a:t>
            </a:r>
            <a:r>
              <a:rPr b="1" lang="en-US" sz="1100">
                <a:solidFill>
                  <a:schemeClr val="dk1"/>
                </a:solidFill>
                <a:latin typeface="Arial"/>
                <a:ea typeface="Arial"/>
                <a:cs typeface="Arial"/>
                <a:sym typeface="Arial"/>
              </a:rPr>
              <a:t>combining their scores</a:t>
            </a:r>
            <a:r>
              <a:rPr lang="en-US" sz="1100">
                <a:solidFill>
                  <a:schemeClr val="dk1"/>
                </a:solidFill>
                <a:latin typeface="Arial"/>
                <a:ea typeface="Arial"/>
                <a:cs typeface="Arial"/>
                <a:sym typeface="Arial"/>
              </a:rPr>
              <a:t> and applying </a:t>
            </a:r>
            <a:r>
              <a:rPr b="1" lang="en-US" sz="1100">
                <a:solidFill>
                  <a:schemeClr val="dk1"/>
                </a:solidFill>
                <a:latin typeface="Arial"/>
                <a:ea typeface="Arial"/>
                <a:cs typeface="Arial"/>
                <a:sym typeface="Arial"/>
              </a:rPr>
              <a:t>weights</a:t>
            </a:r>
            <a:r>
              <a:rPr lang="en-US" sz="1100">
                <a:solidFill>
                  <a:schemeClr val="dk1"/>
                </a:solidFill>
                <a:latin typeface="Arial"/>
                <a:ea typeface="Arial"/>
                <a:cs typeface="Arial"/>
                <a:sym typeface="Arial"/>
              </a:rPr>
              <a:t>, we let each model vote — like a panel of expert.</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Let’s say:</a:t>
            </a:r>
            <a:endParaRPr sz="1100">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latin typeface="Arial"/>
                <a:ea typeface="Arial"/>
                <a:cs typeface="Arial"/>
                <a:sym typeface="Arial"/>
              </a:rPr>
              <a:t>HDBSCAN says “Anomaly” → weight = 0.5</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KMeans says “Normal” → weight = 0.25</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Isolation Forest says “Anomaly” → weight = 0.25</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lang="en-US" sz="1100">
                <a:solidFill>
                  <a:schemeClr val="dk1"/>
                </a:solidFill>
                <a:latin typeface="Arial"/>
                <a:ea typeface="Arial"/>
                <a:cs typeface="Arial"/>
                <a:sym typeface="Arial"/>
              </a:rPr>
              <a:t>🧮 Final weighted score:</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 </a:t>
            </a:r>
            <a:r>
              <a:rPr lang="en-US" sz="1100">
                <a:solidFill>
                  <a:srgbClr val="188038"/>
                </a:solidFill>
                <a:latin typeface="Roboto Mono"/>
                <a:ea typeface="Roboto Mono"/>
                <a:cs typeface="Roboto Mono"/>
                <a:sym typeface="Roboto Mono"/>
              </a:rPr>
              <a:t>0.5 (Anomaly) + 0 (Normal) + 0.25 (Anomaly) = 0.75</a:t>
            </a:r>
            <a:endParaRPr sz="11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If your threshold is 0.4 → Final verdict = </a:t>
            </a:r>
            <a:r>
              <a:rPr b="1" lang="en-US" sz="1100">
                <a:solidFill>
                  <a:schemeClr val="dk1"/>
                </a:solidFill>
                <a:latin typeface="Arial"/>
                <a:ea typeface="Arial"/>
                <a:cs typeface="Arial"/>
                <a:sym typeface="Arial"/>
              </a:rPr>
              <a:t>Anomaly</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t/>
            </a:r>
            <a:endParaRPr sz="11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52ecfe1464_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52ecfe1464_2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98450" lvl="0" marL="457200" rtl="0" algn="l">
              <a:lnSpc>
                <a:spcPct val="115000"/>
              </a:lnSpc>
              <a:spcBef>
                <a:spcPts val="1200"/>
              </a:spcBef>
              <a:spcAft>
                <a:spcPts val="0"/>
              </a:spcAft>
              <a:buClr>
                <a:schemeClr val="dk1"/>
              </a:buClr>
              <a:buSzPts val="1100"/>
              <a:buChar char="●"/>
            </a:pPr>
            <a:r>
              <a:rPr b="1" lang="en-US" sz="1100">
                <a:solidFill>
                  <a:schemeClr val="dk1"/>
                </a:solidFill>
                <a:latin typeface="Arial"/>
                <a:ea typeface="Arial"/>
                <a:cs typeface="Arial"/>
                <a:sym typeface="Arial"/>
              </a:rPr>
              <a:t>Customer complaints</a:t>
            </a:r>
            <a:r>
              <a:rPr lang="en-US" sz="1100">
                <a:solidFill>
                  <a:schemeClr val="dk1"/>
                </a:solidFill>
                <a:latin typeface="Arial"/>
                <a:ea typeface="Arial"/>
                <a:cs typeface="Arial"/>
                <a:sym typeface="Arial"/>
              </a:rPr>
              <a:t> often carry </a:t>
            </a:r>
            <a:r>
              <a:rPr b="1" lang="en-US" sz="1100">
                <a:solidFill>
                  <a:schemeClr val="dk1"/>
                </a:solidFill>
                <a:latin typeface="Arial"/>
                <a:ea typeface="Arial"/>
                <a:cs typeface="Arial"/>
                <a:sym typeface="Arial"/>
              </a:rPr>
              <a:t>emotional signals</a:t>
            </a:r>
            <a:r>
              <a:rPr lang="en-US" sz="1100">
                <a:solidFill>
                  <a:schemeClr val="dk1"/>
                </a:solidFill>
                <a:latin typeface="Arial"/>
                <a:ea typeface="Arial"/>
                <a:cs typeface="Arial"/>
                <a:sym typeface="Arial"/>
              </a:rPr>
              <a:t> — frustration, urgency, or dissatisfaction.</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While models like HDBSCAN or Isolation Forest look at structure/patterns, they </a:t>
            </a:r>
            <a:r>
              <a:rPr b="1" lang="en-US" sz="1100">
                <a:solidFill>
                  <a:schemeClr val="dk1"/>
                </a:solidFill>
                <a:latin typeface="Arial"/>
                <a:ea typeface="Arial"/>
                <a:cs typeface="Arial"/>
                <a:sym typeface="Arial"/>
              </a:rPr>
              <a:t>don’t understand tone or mood</a:t>
            </a:r>
            <a:r>
              <a:rPr lang="en-US" sz="1100">
                <a:solidFill>
                  <a:schemeClr val="dk1"/>
                </a:solidFill>
                <a:latin typeface="Arial"/>
                <a:ea typeface="Arial"/>
                <a:cs typeface="Arial"/>
                <a:sym typeface="Arial"/>
              </a:rPr>
              <a:t>.</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en-US" sz="1100">
                <a:solidFill>
                  <a:schemeClr val="dk1"/>
                </a:solidFill>
                <a:latin typeface="Arial"/>
                <a:ea typeface="Arial"/>
                <a:cs typeface="Arial"/>
                <a:sym typeface="Arial"/>
              </a:rPr>
              <a:t>Adds context</a:t>
            </a:r>
            <a:r>
              <a:rPr lang="en-US" sz="1100">
                <a:solidFill>
                  <a:schemeClr val="dk1"/>
                </a:solidFill>
                <a:latin typeface="Arial"/>
                <a:ea typeface="Arial"/>
                <a:cs typeface="Arial"/>
                <a:sym typeface="Arial"/>
              </a:rPr>
              <a:t> to anomalies</a:t>
            </a:r>
            <a:br>
              <a:rPr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 → A conversation flagged as an anomaly is more concerning if it also shows </a:t>
            </a:r>
            <a:r>
              <a:rPr b="1" lang="en-US" sz="1100">
                <a:solidFill>
                  <a:schemeClr val="dk1"/>
                </a:solidFill>
                <a:latin typeface="Arial"/>
                <a:ea typeface="Arial"/>
                <a:cs typeface="Arial"/>
                <a:sym typeface="Arial"/>
              </a:rPr>
              <a:t>strong negative sentiment</a:t>
            </a:r>
            <a:r>
              <a:rPr lang="en-US" sz="1100">
                <a:solidFill>
                  <a:schemeClr val="dk1"/>
                </a:solidFill>
                <a:latin typeface="Arial"/>
                <a:ea typeface="Arial"/>
                <a:cs typeface="Arial"/>
                <a:sym typeface="Arial"/>
              </a:rPr>
              <a:t> (e.g., fraud complaint, locked account).</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en-US" sz="1100">
                <a:solidFill>
                  <a:schemeClr val="dk1"/>
                </a:solidFill>
                <a:latin typeface="Arial"/>
                <a:ea typeface="Arial"/>
                <a:cs typeface="Arial"/>
                <a:sym typeface="Arial"/>
              </a:rPr>
              <a:t>Explains borderline cases</a:t>
            </a:r>
            <a:br>
              <a:rPr b="1"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 → Some texts might look normal structurally but show </a:t>
            </a:r>
            <a:r>
              <a:rPr b="1" lang="en-US" sz="1100">
                <a:solidFill>
                  <a:schemeClr val="dk1"/>
                </a:solidFill>
                <a:latin typeface="Arial"/>
                <a:ea typeface="Arial"/>
                <a:cs typeface="Arial"/>
                <a:sym typeface="Arial"/>
              </a:rPr>
              <a:t>emotional distress</a:t>
            </a:r>
            <a:r>
              <a:rPr lang="en-US" sz="1100">
                <a:solidFill>
                  <a:schemeClr val="dk1"/>
                </a:solidFill>
                <a:latin typeface="Arial"/>
                <a:ea typeface="Arial"/>
                <a:cs typeface="Arial"/>
                <a:sym typeface="Arial"/>
              </a:rPr>
              <a:t> — sentiment reveals that hidden signal.</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en-US" sz="1100">
                <a:solidFill>
                  <a:schemeClr val="dk1"/>
                </a:solidFill>
                <a:latin typeface="Arial"/>
                <a:ea typeface="Arial"/>
                <a:cs typeface="Arial"/>
                <a:sym typeface="Arial"/>
              </a:rPr>
              <a:t>Helps prioritize</a:t>
            </a:r>
            <a:br>
              <a:rPr b="1" lang="en-US" sz="1100">
                <a:solidFill>
                  <a:schemeClr val="dk1"/>
                </a:solidFill>
                <a:latin typeface="Arial"/>
                <a:ea typeface="Arial"/>
                <a:cs typeface="Arial"/>
                <a:sym typeface="Arial"/>
              </a:rPr>
            </a:br>
            <a:r>
              <a:rPr lang="en-US" sz="1100">
                <a:solidFill>
                  <a:schemeClr val="dk1"/>
                </a:solidFill>
                <a:latin typeface="Arial"/>
                <a:ea typeface="Arial"/>
                <a:cs typeface="Arial"/>
                <a:sym typeface="Arial"/>
              </a:rPr>
              <a:t> → Among all detected anomalies, </a:t>
            </a:r>
            <a:r>
              <a:rPr b="1" lang="en-US" sz="1100">
                <a:solidFill>
                  <a:schemeClr val="dk1"/>
                </a:solidFill>
                <a:latin typeface="Arial"/>
                <a:ea typeface="Arial"/>
                <a:cs typeface="Arial"/>
                <a:sym typeface="Arial"/>
              </a:rPr>
              <a:t>negative ones</a:t>
            </a:r>
            <a:r>
              <a:rPr lang="en-US" sz="1100">
                <a:solidFill>
                  <a:schemeClr val="dk1"/>
                </a:solidFill>
                <a:latin typeface="Arial"/>
                <a:ea typeface="Arial"/>
                <a:cs typeface="Arial"/>
                <a:sym typeface="Arial"/>
              </a:rPr>
              <a:t> can be prioritized for faster investigation or support follow-up.</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chemeClr val="dk1"/>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53c9304b9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53c9304b94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540dd8296d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540dd8296d_0_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40dd8296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540dd8296d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40dd8296d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540dd8296d_0_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540dd8296d_0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540dd8296d_0_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540dd8296d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540dd8296d_0_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540dd8296d_0_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540dd8296d_0_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540dd8296d_0_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540dd8296d_0_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55037896a2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55037896a2_0_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52ecfe1464_1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52ecfe1464_1_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52ecfe1464_1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52ecfe1464_1_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52ecfe1464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52ecfe1464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52ecfe1464_1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52ecfe1464_1_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52ecfe1464_1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52ecfe1464_1_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570114c65e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570114c65e_0_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570114c65e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570114c65e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3f1c59e465_0_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3f1c59e465_0_8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3ff3c2779f_0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3ff3c2779f_0_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3fd4e0cf6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3fd4e0cf6f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3f3a4631ad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3f3a4631ad_0_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529f971a81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529f971a81_0_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529f971a81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529f971a81_0_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5295aeb08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5295aeb08f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3ff3c2779f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3ff3c2779f_0_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3ff3c2779f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3ff3c2779f_0_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3ff3c2779f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3ff3c2779f_0_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529f971a81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529f971a81_0_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57016a5efa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57016a5efa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http://localhost:8501/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57016a5efa_1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57016a5efa_1_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57016a5efa_1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57016a5efa_1_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http://localhost:8501/</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57016a5efa_1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57016a5efa_1_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407a791a51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407a791a51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57016a5ef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57016a5efa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50722bca7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50722bca7f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 name="Shape 13"/>
        <p:cNvGrpSpPr/>
        <p:nvPr/>
      </p:nvGrpSpPr>
      <p:grpSpPr>
        <a:xfrm>
          <a:off x="0" y="0"/>
          <a:ext cx="0" cy="0"/>
          <a:chOff x="0" y="0"/>
          <a:chExt cx="0" cy="0"/>
        </a:xfrm>
      </p:grpSpPr>
      <p:pic>
        <p:nvPicPr>
          <p:cNvPr descr="Picture 6" id="14" name="Google Shape;14;p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 name="Google Shape;15;p2"/>
          <p:cNvSpPr/>
          <p:nvPr/>
        </p:nvSpPr>
        <p:spPr>
          <a:xfrm>
            <a:off x="4972833" y="0"/>
            <a:ext cx="7219167" cy="6858000"/>
          </a:xfrm>
          <a:prstGeom prst="rect">
            <a:avLst/>
          </a:prstGeom>
          <a:solidFill>
            <a:srgbClr val="F2F2F2"/>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6" name="Google Shape;16;p2"/>
          <p:cNvCxnSpPr/>
          <p:nvPr/>
        </p:nvCxnSpPr>
        <p:spPr>
          <a:xfrm>
            <a:off x="5776231" y="3745282"/>
            <a:ext cx="5687223" cy="0"/>
          </a:xfrm>
          <a:prstGeom prst="straightConnector1">
            <a:avLst/>
          </a:prstGeom>
          <a:noFill/>
          <a:ln cap="flat" cmpd="sng" w="12700">
            <a:solidFill>
              <a:srgbClr val="A5A5A5"/>
            </a:solidFill>
            <a:prstDash val="solid"/>
            <a:miter lim="800000"/>
            <a:headEnd len="sm" w="sm" type="none"/>
            <a:tailEnd len="sm" w="sm" type="none"/>
          </a:ln>
        </p:spPr>
      </p:cxnSp>
      <p:sp>
        <p:nvSpPr>
          <p:cNvPr id="17" name="Google Shape;17;p2"/>
          <p:cNvSpPr txBox="1"/>
          <p:nvPr>
            <p:ph idx="1" type="body"/>
          </p:nvPr>
        </p:nvSpPr>
        <p:spPr>
          <a:xfrm>
            <a:off x="5732463" y="2284413"/>
            <a:ext cx="5730875" cy="1200150"/>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55600" lvl="4" marL="2286000" algn="l">
              <a:lnSpc>
                <a:spcPct val="90000"/>
              </a:lnSpc>
              <a:spcBef>
                <a:spcPts val="1000"/>
              </a:spcBef>
              <a:spcAft>
                <a:spcPts val="0"/>
              </a:spcAft>
              <a:buClr>
                <a:srgbClr val="5D5D5D"/>
              </a:buClr>
              <a:buSzPts val="20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8" name="Google Shape;18;p2"/>
          <p:cNvSpPr txBox="1"/>
          <p:nvPr>
            <p:ph idx="2" type="body"/>
          </p:nvPr>
        </p:nvSpPr>
        <p:spPr>
          <a:xfrm>
            <a:off x="5788025" y="4026802"/>
            <a:ext cx="3270250" cy="338137"/>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1600"/>
              <a:buNone/>
              <a:defRPr b="1" sz="1600" cap="none">
                <a:solidFill>
                  <a:srgbClr val="5D5D5D"/>
                </a:solidFill>
                <a:latin typeface="Open Sans"/>
                <a:ea typeface="Open Sans"/>
                <a:cs typeface="Open Sans"/>
                <a:sym typeface="Open Sans"/>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pic>
        <p:nvPicPr>
          <p:cNvPr id="19" name="Google Shape;19;p2"/>
          <p:cNvPicPr preferRelativeResize="0"/>
          <p:nvPr/>
        </p:nvPicPr>
        <p:blipFill rotWithShape="1">
          <a:blip r:embed="rId3">
            <a:alphaModFix/>
          </a:blip>
          <a:srcRect b="0" l="0" r="0" t="0"/>
          <a:stretch/>
        </p:blipFill>
        <p:spPr>
          <a:xfrm>
            <a:off x="2604543" y="2556221"/>
            <a:ext cx="2078103" cy="1319671"/>
          </a:xfrm>
          <a:prstGeom prst="rect">
            <a:avLst/>
          </a:prstGeom>
          <a:noFill/>
          <a:ln>
            <a:noFill/>
          </a:ln>
        </p:spPr>
      </p:pic>
      <p:sp>
        <p:nvSpPr>
          <p:cNvPr id="20" name="Google Shape;20;p2"/>
          <p:cNvSpPr txBox="1"/>
          <p:nvPr>
            <p:ph idx="3" type="body"/>
          </p:nvPr>
        </p:nvSpPr>
        <p:spPr>
          <a:xfrm>
            <a:off x="5781891" y="4449077"/>
            <a:ext cx="5926137" cy="646112"/>
          </a:xfrm>
          <a:prstGeom prst="rect">
            <a:avLst/>
          </a:prstGeom>
          <a:noFill/>
          <a:ln>
            <a:noFill/>
          </a:ln>
        </p:spPr>
        <p:txBody>
          <a:bodyPr anchorCtr="0" anchor="t" bIns="45700" lIns="45700" spcFirstLastPara="1" rIns="45700" wrap="square" tIns="45700">
            <a:noAutofit/>
          </a:bodyPr>
          <a:lstStyle>
            <a:lvl1pPr indent="-228600" lvl="0" marL="457200" algn="l">
              <a:lnSpc>
                <a:spcPct val="100000"/>
              </a:lnSpc>
              <a:spcBef>
                <a:spcPts val="0"/>
              </a:spcBef>
              <a:spcAft>
                <a:spcPts val="0"/>
              </a:spcAft>
              <a:buClr>
                <a:srgbClr val="5D5D5D"/>
              </a:buClr>
              <a:buSzPts val="1800"/>
              <a:buNone/>
              <a:defRPr sz="1800">
                <a:solidFill>
                  <a:srgbClr val="5D5D5D"/>
                </a:solidFill>
                <a:latin typeface="Open Sans"/>
                <a:ea typeface="Open Sans"/>
                <a:cs typeface="Open Sans"/>
                <a:sym typeface="Open Sans"/>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p:cSld name="Agenda Slide">
    <p:spTree>
      <p:nvGrpSpPr>
        <p:cNvPr id="21" name="Shape 21"/>
        <p:cNvGrpSpPr/>
        <p:nvPr/>
      </p:nvGrpSpPr>
      <p:grpSpPr>
        <a:xfrm>
          <a:off x="0" y="0"/>
          <a:ext cx="0" cy="0"/>
          <a:chOff x="0" y="0"/>
          <a:chExt cx="0" cy="0"/>
        </a:xfrm>
      </p:grpSpPr>
      <p:pic>
        <p:nvPicPr>
          <p:cNvPr descr="Picture 6" id="22" name="Google Shape;22;p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 name="Google Shape;23;p3"/>
          <p:cNvSpPr/>
          <p:nvPr/>
        </p:nvSpPr>
        <p:spPr>
          <a:xfrm>
            <a:off x="588723" y="588724"/>
            <a:ext cx="11014553" cy="5680551"/>
          </a:xfrm>
          <a:prstGeom prst="rect">
            <a:avLst/>
          </a:prstGeom>
          <a:solidFill>
            <a:srgbClr val="F2F2F2"/>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4" name="Google Shape;24;p3"/>
          <p:cNvCxnSpPr/>
          <p:nvPr/>
        </p:nvCxnSpPr>
        <p:spPr>
          <a:xfrm>
            <a:off x="1757819" y="2035793"/>
            <a:ext cx="8538576" cy="0"/>
          </a:xfrm>
          <a:prstGeom prst="straightConnector1">
            <a:avLst/>
          </a:prstGeom>
          <a:noFill/>
          <a:ln cap="flat" cmpd="sng" w="12700">
            <a:solidFill>
              <a:srgbClr val="A5A5A5"/>
            </a:solidFill>
            <a:prstDash val="solid"/>
            <a:miter lim="800000"/>
            <a:headEnd len="sm" w="sm" type="none"/>
            <a:tailEnd len="sm" w="sm" type="none"/>
          </a:ln>
        </p:spPr>
      </p:cxnSp>
      <p:sp>
        <p:nvSpPr>
          <p:cNvPr id="25" name="Google Shape;25;p3"/>
          <p:cNvSpPr txBox="1"/>
          <p:nvPr>
            <p:ph idx="1" type="body"/>
          </p:nvPr>
        </p:nvSpPr>
        <p:spPr>
          <a:xfrm>
            <a:off x="1720850" y="2438400"/>
            <a:ext cx="8575545" cy="2803525"/>
          </a:xfrm>
          <a:prstGeom prst="rect">
            <a:avLst/>
          </a:prstGeom>
          <a:noFill/>
          <a:ln>
            <a:noFill/>
          </a:ln>
        </p:spPr>
        <p:txBody>
          <a:bodyPr anchorCtr="0" anchor="t" bIns="45700" lIns="45700" spcFirstLastPara="1" rIns="45700" wrap="square" tIns="45700">
            <a:normAutofit/>
          </a:bodyPr>
          <a:lstStyle>
            <a:lvl1pPr indent="-381000" lvl="0" marL="457200" algn="l">
              <a:lnSpc>
                <a:spcPct val="150000"/>
              </a:lnSpc>
              <a:spcBef>
                <a:spcPts val="0"/>
              </a:spcBef>
              <a:spcAft>
                <a:spcPts val="0"/>
              </a:spcAft>
              <a:buClr>
                <a:srgbClr val="5D5D5D"/>
              </a:buClr>
              <a:buSzPts val="2400"/>
              <a:buFont typeface="Open Sans ExtraBold"/>
              <a:buAutoNum type="arabicPeriod"/>
              <a:defRPr sz="2400">
                <a:solidFill>
                  <a:srgbClr val="5D5D5D"/>
                </a:solidFill>
                <a:latin typeface="Open Sans"/>
                <a:ea typeface="Open Sans"/>
                <a:cs typeface="Open Sans"/>
                <a:sym typeface="Open Sans"/>
              </a:defRPr>
            </a:lvl1pPr>
            <a:lvl2pPr indent="-381000" lvl="1" marL="914400" algn="l">
              <a:lnSpc>
                <a:spcPct val="150000"/>
              </a:lnSpc>
              <a:spcBef>
                <a:spcPts val="1000"/>
              </a:spcBef>
              <a:spcAft>
                <a:spcPts val="0"/>
              </a:spcAft>
              <a:buClr>
                <a:srgbClr val="828282"/>
              </a:buClr>
              <a:buSzPts val="2400"/>
              <a:buFont typeface="Open Sans ExtraBold"/>
              <a:buAutoNum type="arabicPeriod"/>
              <a:defRPr sz="2400">
                <a:solidFill>
                  <a:srgbClr val="828282"/>
                </a:solidFill>
                <a:latin typeface="Open Sans"/>
                <a:ea typeface="Open Sans"/>
                <a:cs typeface="Open Sans"/>
                <a:sym typeface="Open Sans"/>
              </a:defRPr>
            </a:lvl2pPr>
            <a:lvl3pPr indent="-381000" lvl="2" marL="1371600" algn="l">
              <a:lnSpc>
                <a:spcPct val="150000"/>
              </a:lnSpc>
              <a:spcBef>
                <a:spcPts val="1000"/>
              </a:spcBef>
              <a:spcAft>
                <a:spcPts val="0"/>
              </a:spcAft>
              <a:buClr>
                <a:srgbClr val="828282"/>
              </a:buClr>
              <a:buSzPts val="2400"/>
              <a:buFont typeface="Open Sans ExtraBold"/>
              <a:buAutoNum type="arabicPeriod"/>
              <a:defRPr sz="2400">
                <a:solidFill>
                  <a:srgbClr val="828282"/>
                </a:solidFill>
                <a:latin typeface="Open Sans"/>
                <a:ea typeface="Open Sans"/>
                <a:cs typeface="Open Sans"/>
                <a:sym typeface="Open Sans"/>
              </a:defRPr>
            </a:lvl3pPr>
            <a:lvl4pPr indent="-381000" lvl="3" marL="1828800" algn="l">
              <a:lnSpc>
                <a:spcPct val="150000"/>
              </a:lnSpc>
              <a:spcBef>
                <a:spcPts val="1000"/>
              </a:spcBef>
              <a:spcAft>
                <a:spcPts val="0"/>
              </a:spcAft>
              <a:buClr>
                <a:srgbClr val="828282"/>
              </a:buClr>
              <a:buSzPts val="2400"/>
              <a:buFont typeface="Open Sans ExtraBold"/>
              <a:buAutoNum type="arabicPeriod"/>
              <a:defRPr sz="2400">
                <a:solidFill>
                  <a:srgbClr val="828282"/>
                </a:solidFill>
                <a:latin typeface="Open Sans"/>
                <a:ea typeface="Open Sans"/>
                <a:cs typeface="Open Sans"/>
                <a:sym typeface="Open Sans"/>
              </a:defRPr>
            </a:lvl4pPr>
            <a:lvl5pPr indent="-381000" lvl="4" marL="2286000" algn="l">
              <a:lnSpc>
                <a:spcPct val="150000"/>
              </a:lnSpc>
              <a:spcBef>
                <a:spcPts val="1000"/>
              </a:spcBef>
              <a:spcAft>
                <a:spcPts val="0"/>
              </a:spcAft>
              <a:buClr>
                <a:srgbClr val="828282"/>
              </a:buClr>
              <a:buSzPts val="2400"/>
              <a:buFont typeface="Open Sans ExtraBold"/>
              <a:buAutoNum type="arabicPeriod"/>
              <a:defRPr sz="2400">
                <a:solidFill>
                  <a:srgbClr val="828282"/>
                </a:solidFill>
                <a:latin typeface="Open Sans"/>
                <a:ea typeface="Open Sans"/>
                <a:cs typeface="Open Sans"/>
                <a:sym typeface="Open Sans"/>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6" name="Google Shape;26;p3"/>
          <p:cNvSpPr txBox="1"/>
          <p:nvPr/>
        </p:nvSpPr>
        <p:spPr>
          <a:xfrm>
            <a:off x="1820450" y="1220947"/>
            <a:ext cx="5883057" cy="64633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5D5D5D"/>
              </a:buClr>
              <a:buSzPts val="3600"/>
              <a:buFont typeface="Open Sans Light"/>
              <a:buNone/>
            </a:pPr>
            <a:r>
              <a:rPr b="0" i="0" lang="en-US" sz="3600" u="none" cap="none" strike="noStrike">
                <a:solidFill>
                  <a:srgbClr val="5D5D5D"/>
                </a:solidFill>
                <a:latin typeface="Open Sans Light"/>
                <a:ea typeface="Open Sans Light"/>
                <a:cs typeface="Open Sans Light"/>
                <a:sym typeface="Open Sans Light"/>
              </a:rPr>
              <a:t>Agenda</a:t>
            </a:r>
            <a:endParaRPr b="0" i="0" sz="3600" u="none" cap="none" strike="noStrike">
              <a:solidFill>
                <a:srgbClr val="5D5D5D"/>
              </a:solidFill>
              <a:latin typeface="Open Sans Light"/>
              <a:ea typeface="Open Sans Light"/>
              <a:cs typeface="Open Sans Light"/>
              <a:sym typeface="Open Sans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27" name="Shape 27"/>
        <p:cNvGrpSpPr/>
        <p:nvPr/>
      </p:nvGrpSpPr>
      <p:grpSpPr>
        <a:xfrm>
          <a:off x="0" y="0"/>
          <a:ext cx="0" cy="0"/>
          <a:chOff x="0" y="0"/>
          <a:chExt cx="0" cy="0"/>
        </a:xfrm>
      </p:grpSpPr>
      <p:pic>
        <p:nvPicPr>
          <p:cNvPr descr="Picture 6" id="28" name="Google Shape;28;p4"/>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9" name="Google Shape;29;p4"/>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30" name="Google Shape;30;p4"/>
          <p:cNvSpPr txBox="1"/>
          <p:nvPr>
            <p:ph idx="1" type="body"/>
          </p:nvPr>
        </p:nvSpPr>
        <p:spPr>
          <a:xfrm>
            <a:off x="3154363" y="3044825"/>
            <a:ext cx="5883275" cy="768350"/>
          </a:xfrm>
          <a:prstGeom prst="rect">
            <a:avLst/>
          </a:prstGeom>
          <a:noFill/>
          <a:ln>
            <a:noFill/>
          </a:ln>
        </p:spPr>
        <p:txBody>
          <a:bodyPr anchorCtr="0" anchor="ctr" bIns="45700" lIns="45700" spcFirstLastPara="1" rIns="45700" wrap="square" tIns="45700">
            <a:noAutofit/>
          </a:bodyPr>
          <a:lstStyle>
            <a:lvl1pPr indent="-228600" lvl="0" marL="457200" algn="ctr">
              <a:lnSpc>
                <a:spcPct val="100000"/>
              </a:lnSpc>
              <a:spcBef>
                <a:spcPts val="0"/>
              </a:spcBef>
              <a:spcAft>
                <a:spcPts val="0"/>
              </a:spcAft>
              <a:buClr>
                <a:schemeClr val="lt1"/>
              </a:buClr>
              <a:buSzPts val="4400"/>
              <a:buNone/>
              <a:defRPr sz="4400">
                <a:solidFill>
                  <a:schemeClr val="lt1"/>
                </a:solidFill>
              </a:defRPr>
            </a:lvl1pPr>
            <a:lvl2pPr indent="-508000" lvl="1" marL="914400" algn="l">
              <a:lnSpc>
                <a:spcPct val="90000"/>
              </a:lnSpc>
              <a:spcBef>
                <a:spcPts val="1000"/>
              </a:spcBef>
              <a:spcAft>
                <a:spcPts val="0"/>
              </a:spcAft>
              <a:buClr>
                <a:srgbClr val="5D5D5D"/>
              </a:buClr>
              <a:buSzPts val="4400"/>
              <a:buChar char="•"/>
              <a:defRPr sz="4400"/>
            </a:lvl2pPr>
            <a:lvl3pPr indent="-508000" lvl="2" marL="1371600" algn="l">
              <a:lnSpc>
                <a:spcPct val="90000"/>
              </a:lnSpc>
              <a:spcBef>
                <a:spcPts val="1000"/>
              </a:spcBef>
              <a:spcAft>
                <a:spcPts val="0"/>
              </a:spcAft>
              <a:buClr>
                <a:srgbClr val="5D5D5D"/>
              </a:buClr>
              <a:buSzPts val="4400"/>
              <a:buChar char="•"/>
              <a:defRPr sz="4400"/>
            </a:lvl3pPr>
            <a:lvl4pPr indent="-508000" lvl="3" marL="1828800" algn="l">
              <a:lnSpc>
                <a:spcPct val="90000"/>
              </a:lnSpc>
              <a:spcBef>
                <a:spcPts val="1000"/>
              </a:spcBef>
              <a:spcAft>
                <a:spcPts val="0"/>
              </a:spcAft>
              <a:buClr>
                <a:srgbClr val="5D5D5D"/>
              </a:buClr>
              <a:buSzPts val="4400"/>
              <a:buChar char="•"/>
              <a:defRPr sz="4400"/>
            </a:lvl4pPr>
            <a:lvl5pPr indent="-508000" lvl="4" marL="2286000" algn="l">
              <a:lnSpc>
                <a:spcPct val="90000"/>
              </a:lnSpc>
              <a:spcBef>
                <a:spcPts val="1000"/>
              </a:spcBef>
              <a:spcAft>
                <a:spcPts val="0"/>
              </a:spcAft>
              <a:buClr>
                <a:srgbClr val="5D5D5D"/>
              </a:buClr>
              <a:buSzPts val="4400"/>
              <a:buChar char="•"/>
              <a:defRPr sz="4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Headline">
  <p:cSld name="Text with Headline">
    <p:spTree>
      <p:nvGrpSpPr>
        <p:cNvPr id="31" name="Shape 31"/>
        <p:cNvGrpSpPr/>
        <p:nvPr/>
      </p:nvGrpSpPr>
      <p:grpSpPr>
        <a:xfrm>
          <a:off x="0" y="0"/>
          <a:ext cx="0" cy="0"/>
          <a:chOff x="0" y="0"/>
          <a:chExt cx="0" cy="0"/>
        </a:xfrm>
      </p:grpSpPr>
      <p:pic>
        <p:nvPicPr>
          <p:cNvPr descr="Picture 6" id="32" name="Google Shape;32;p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3" name="Google Shape;33;p5"/>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34" name="Google Shape;34;p5"/>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35" name="Google Shape;35;p5"/>
          <p:cNvSpPr txBox="1"/>
          <p:nvPr>
            <p:ph idx="1" type="body"/>
          </p:nvPr>
        </p:nvSpPr>
        <p:spPr>
          <a:xfrm>
            <a:off x="2384125" y="830488"/>
            <a:ext cx="5883300" cy="646200"/>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6" name="Google Shape;36;p5"/>
          <p:cNvSpPr txBox="1"/>
          <p:nvPr>
            <p:ph idx="2" type="body"/>
          </p:nvPr>
        </p:nvSpPr>
        <p:spPr>
          <a:xfrm>
            <a:off x="2346325" y="3081338"/>
            <a:ext cx="6746875" cy="163195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7" name="Google Shape;37;p5"/>
          <p:cNvSpPr txBox="1"/>
          <p:nvPr>
            <p:ph idx="3" type="body"/>
          </p:nvPr>
        </p:nvSpPr>
        <p:spPr>
          <a:xfrm>
            <a:off x="2346325" y="2535238"/>
            <a:ext cx="6638925" cy="40005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b="1">
                <a:solidFill>
                  <a:srgbClr val="5D5D5D"/>
                </a:solidFill>
                <a:latin typeface="Open Sans"/>
                <a:ea typeface="Open Sans"/>
                <a:cs typeface="Open Sans"/>
                <a:sym typeface="Open Sans"/>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8" name="Google Shape;38;p5"/>
          <p:cNvSpPr txBox="1"/>
          <p:nvPr>
            <p:ph idx="12" type="sldNum"/>
          </p:nvPr>
        </p:nvSpPr>
        <p:spPr>
          <a:xfrm>
            <a:off x="2346325" y="6318042"/>
            <a:ext cx="350415" cy="338554"/>
          </a:xfrm>
          <a:prstGeom prst="rect">
            <a:avLst/>
          </a:prstGeom>
          <a:noFill/>
          <a:ln>
            <a:noFill/>
          </a:ln>
        </p:spPr>
        <p:txBody>
          <a:bodyPr anchorCtr="0" anchor="ctr" bIns="45700" lIns="45700" spcFirstLastPara="1" rIns="45700" wrap="square" tIns="45700">
            <a:spAutoFit/>
          </a:bodyPr>
          <a:lstStyle>
            <a:lvl1pPr indent="0" lvl="0" marL="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l">
              <a:spcBef>
                <a:spcPts val="0"/>
              </a:spcBef>
              <a:spcAft>
                <a:spcPts val="0"/>
              </a:spcAft>
              <a:buNone/>
            </a:pPr>
            <a:fld id="{00000000-1234-1234-1234-123412341234}" type="slidenum">
              <a:rPr lang="en-US"/>
              <a:t>‹#›</a:t>
            </a:fld>
            <a:endParaRPr/>
          </a:p>
        </p:txBody>
      </p:sp>
      <p:cxnSp>
        <p:nvCxnSpPr>
          <p:cNvPr id="39" name="Google Shape;39;p5"/>
          <p:cNvCxnSpPr/>
          <p:nvPr/>
        </p:nvCxnSpPr>
        <p:spPr>
          <a:xfrm>
            <a:off x="2384121" y="1615723"/>
            <a:ext cx="9177300" cy="0"/>
          </a:xfrm>
          <a:prstGeom prst="straightConnector1">
            <a:avLst/>
          </a:prstGeom>
          <a:noFill/>
          <a:ln cap="flat" cmpd="sng" w="12700">
            <a:solidFill>
              <a:srgbClr val="A5A5A5"/>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Column">
  <p:cSld name="Two-Column">
    <p:spTree>
      <p:nvGrpSpPr>
        <p:cNvPr id="40" name="Shape 40"/>
        <p:cNvGrpSpPr/>
        <p:nvPr/>
      </p:nvGrpSpPr>
      <p:grpSpPr>
        <a:xfrm>
          <a:off x="0" y="0"/>
          <a:ext cx="0" cy="0"/>
          <a:chOff x="0" y="0"/>
          <a:chExt cx="0" cy="0"/>
        </a:xfrm>
      </p:grpSpPr>
      <p:pic>
        <p:nvPicPr>
          <p:cNvPr descr="Picture 6" id="41" name="Google Shape;41;p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2" name="Google Shape;42;p6"/>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 name="Google Shape;43;p6"/>
          <p:cNvSpPr txBox="1"/>
          <p:nvPr>
            <p:ph idx="1" type="body"/>
          </p:nvPr>
        </p:nvSpPr>
        <p:spPr>
          <a:xfrm>
            <a:off x="2346325" y="2978150"/>
            <a:ext cx="4289425" cy="2246313"/>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pic>
        <p:nvPicPr>
          <p:cNvPr id="44" name="Google Shape;44;p6"/>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cxnSp>
        <p:nvCxnSpPr>
          <p:cNvPr id="45" name="Google Shape;45;p6"/>
          <p:cNvCxnSpPr/>
          <p:nvPr/>
        </p:nvCxnSpPr>
        <p:spPr>
          <a:xfrm flipH="1">
            <a:off x="6861569" y="2624443"/>
            <a:ext cx="36096" cy="2600020"/>
          </a:xfrm>
          <a:prstGeom prst="straightConnector1">
            <a:avLst/>
          </a:prstGeom>
          <a:noFill/>
          <a:ln cap="flat" cmpd="sng" w="19050">
            <a:solidFill>
              <a:srgbClr val="7F7F7F">
                <a:alpha val="20000"/>
              </a:srgbClr>
            </a:solidFill>
            <a:prstDash val="solid"/>
            <a:miter lim="8000"/>
            <a:headEnd len="sm" w="sm" type="none"/>
            <a:tailEnd len="sm" w="sm" type="none"/>
          </a:ln>
        </p:spPr>
      </p:cxnSp>
      <p:sp>
        <p:nvSpPr>
          <p:cNvPr id="46" name="Google Shape;46;p6"/>
          <p:cNvSpPr txBox="1"/>
          <p:nvPr>
            <p:ph idx="2" type="body"/>
          </p:nvPr>
        </p:nvSpPr>
        <p:spPr>
          <a:xfrm>
            <a:off x="2347175" y="808938"/>
            <a:ext cx="5883300" cy="646200"/>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7" name="Google Shape;47;p6"/>
          <p:cNvSpPr txBox="1"/>
          <p:nvPr>
            <p:ph idx="3" type="body"/>
          </p:nvPr>
        </p:nvSpPr>
        <p:spPr>
          <a:xfrm>
            <a:off x="2346324" y="2535238"/>
            <a:ext cx="4288651" cy="40005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b="1">
                <a:solidFill>
                  <a:srgbClr val="5D5D5D"/>
                </a:solidFill>
                <a:latin typeface="Open Sans"/>
                <a:ea typeface="Open Sans"/>
                <a:cs typeface="Open Sans"/>
                <a:sym typeface="Open Sans"/>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8" name="Google Shape;48;p6"/>
          <p:cNvSpPr txBox="1"/>
          <p:nvPr>
            <p:ph idx="4" type="body"/>
          </p:nvPr>
        </p:nvSpPr>
        <p:spPr>
          <a:xfrm>
            <a:off x="7269053" y="2535238"/>
            <a:ext cx="4288651" cy="40005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b="1">
                <a:solidFill>
                  <a:srgbClr val="5D5D5D"/>
                </a:solidFill>
                <a:latin typeface="Open Sans"/>
                <a:ea typeface="Open Sans"/>
                <a:cs typeface="Open Sans"/>
                <a:sym typeface="Open Sans"/>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9" name="Google Shape;49;p6"/>
          <p:cNvSpPr txBox="1"/>
          <p:nvPr>
            <p:ph idx="5" type="body"/>
          </p:nvPr>
        </p:nvSpPr>
        <p:spPr>
          <a:xfrm>
            <a:off x="7272098" y="2974975"/>
            <a:ext cx="4289425" cy="2246313"/>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0" name="Google Shape;50;p6"/>
          <p:cNvSpPr txBox="1"/>
          <p:nvPr>
            <p:ph idx="12" type="sldNum"/>
          </p:nvPr>
        </p:nvSpPr>
        <p:spPr>
          <a:xfrm>
            <a:off x="2347165" y="6318250"/>
            <a:ext cx="350415" cy="338554"/>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cxnSp>
        <p:nvCxnSpPr>
          <p:cNvPr id="51" name="Google Shape;51;p6"/>
          <p:cNvCxnSpPr/>
          <p:nvPr/>
        </p:nvCxnSpPr>
        <p:spPr>
          <a:xfrm>
            <a:off x="2384121" y="1615723"/>
            <a:ext cx="9177300" cy="0"/>
          </a:xfrm>
          <a:prstGeom prst="straightConnector1">
            <a:avLst/>
          </a:prstGeom>
          <a:noFill/>
          <a:ln cap="flat" cmpd="sng" w="12700">
            <a:solidFill>
              <a:srgbClr val="A5A5A5"/>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52" name="Shape 52"/>
        <p:cNvGrpSpPr/>
        <p:nvPr/>
      </p:nvGrpSpPr>
      <p:grpSpPr>
        <a:xfrm>
          <a:off x="0" y="0"/>
          <a:ext cx="0" cy="0"/>
          <a:chOff x="0" y="0"/>
          <a:chExt cx="0" cy="0"/>
        </a:xfrm>
      </p:grpSpPr>
      <p:pic>
        <p:nvPicPr>
          <p:cNvPr descr="Picture 6" id="53" name="Google Shape;53;p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4" name="Google Shape;54;p7"/>
          <p:cNvSpPr/>
          <p:nvPr/>
        </p:nvSpPr>
        <p:spPr>
          <a:xfrm>
            <a:off x="1152395" y="0"/>
            <a:ext cx="11039700" cy="6858000"/>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55" name="Google Shape;55;p7"/>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56" name="Google Shape;56;p7"/>
          <p:cNvSpPr/>
          <p:nvPr/>
        </p:nvSpPr>
        <p:spPr>
          <a:xfrm>
            <a:off x="2346544" y="2596953"/>
            <a:ext cx="393056" cy="9233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A5A5"/>
              </a:buClr>
              <a:buSzPts val="5400"/>
              <a:buFont typeface="Crimson Text"/>
              <a:buNone/>
            </a:pPr>
            <a:r>
              <a:rPr b="0" i="0" lang="en-US" sz="5400" u="none" cap="none" strike="noStrike">
                <a:solidFill>
                  <a:srgbClr val="A5A5A5"/>
                </a:solidFill>
                <a:latin typeface="Crimson Text"/>
                <a:ea typeface="Crimson Text"/>
                <a:cs typeface="Crimson Text"/>
                <a:sym typeface="Crimson Text"/>
              </a:rPr>
              <a:t>“</a:t>
            </a:r>
            <a:endParaRPr b="0" i="0" sz="5400" u="none" cap="none" strike="noStrike">
              <a:solidFill>
                <a:srgbClr val="A5A5A5"/>
              </a:solidFill>
              <a:latin typeface="Crimson Text"/>
              <a:ea typeface="Crimson Text"/>
              <a:cs typeface="Crimson Text"/>
              <a:sym typeface="Crimson Text"/>
            </a:endParaRPr>
          </a:p>
        </p:txBody>
      </p:sp>
      <p:sp>
        <p:nvSpPr>
          <p:cNvPr id="57" name="Google Shape;57;p7"/>
          <p:cNvSpPr/>
          <p:nvPr>
            <p:ph idx="2" type="pic"/>
          </p:nvPr>
        </p:nvSpPr>
        <p:spPr>
          <a:xfrm rot="429021">
            <a:off x="8715166" y="1582670"/>
            <a:ext cx="2665962" cy="4175125"/>
          </a:xfrm>
          <a:prstGeom prst="rect">
            <a:avLst/>
          </a:prstGeom>
          <a:noFill/>
          <a:ln>
            <a:noFill/>
          </a:ln>
        </p:spPr>
      </p:sp>
      <p:sp>
        <p:nvSpPr>
          <p:cNvPr id="58" name="Google Shape;58;p7"/>
          <p:cNvSpPr txBox="1"/>
          <p:nvPr>
            <p:ph idx="1" type="body"/>
          </p:nvPr>
        </p:nvSpPr>
        <p:spPr>
          <a:xfrm>
            <a:off x="2676100" y="5367415"/>
            <a:ext cx="4413250" cy="369887"/>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1800"/>
              <a:buNone/>
              <a:defRPr sz="1800" cap="none">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9" name="Google Shape;59;p7"/>
          <p:cNvSpPr txBox="1"/>
          <p:nvPr>
            <p:ph idx="3" type="body"/>
          </p:nvPr>
        </p:nvSpPr>
        <p:spPr>
          <a:xfrm>
            <a:off x="2676525" y="2779713"/>
            <a:ext cx="5286375" cy="221615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1000"/>
              </a:spcBef>
              <a:spcAft>
                <a:spcPts val="0"/>
              </a:spcAft>
              <a:buClr>
                <a:srgbClr val="5D5D5D"/>
              </a:buClr>
              <a:buSzPts val="2400"/>
              <a:buNone/>
              <a:defRPr sz="2400">
                <a:solidFill>
                  <a:srgbClr val="5D5D5D"/>
                </a:solidFill>
              </a:defRPr>
            </a:lvl1pPr>
            <a:lvl2pPr indent="-381000" lvl="1" marL="914400" algn="l">
              <a:lnSpc>
                <a:spcPct val="90000"/>
              </a:lnSpc>
              <a:spcBef>
                <a:spcPts val="1000"/>
              </a:spcBef>
              <a:spcAft>
                <a:spcPts val="0"/>
              </a:spcAft>
              <a:buClr>
                <a:srgbClr val="828282"/>
              </a:buClr>
              <a:buSzPts val="2400"/>
              <a:buChar char="•"/>
              <a:defRPr sz="2400">
                <a:solidFill>
                  <a:srgbClr val="828282"/>
                </a:solidFill>
              </a:defRPr>
            </a:lvl2pPr>
            <a:lvl3pPr indent="-381000" lvl="2" marL="1371600" algn="l">
              <a:lnSpc>
                <a:spcPct val="90000"/>
              </a:lnSpc>
              <a:spcBef>
                <a:spcPts val="1000"/>
              </a:spcBef>
              <a:spcAft>
                <a:spcPts val="0"/>
              </a:spcAft>
              <a:buClr>
                <a:srgbClr val="828282"/>
              </a:buClr>
              <a:buSzPts val="2400"/>
              <a:buChar char="•"/>
              <a:defRPr sz="2400">
                <a:solidFill>
                  <a:srgbClr val="828282"/>
                </a:solidFill>
              </a:defRPr>
            </a:lvl3pPr>
            <a:lvl4pPr indent="-381000" lvl="3" marL="1828800" algn="l">
              <a:lnSpc>
                <a:spcPct val="90000"/>
              </a:lnSpc>
              <a:spcBef>
                <a:spcPts val="1000"/>
              </a:spcBef>
              <a:spcAft>
                <a:spcPts val="0"/>
              </a:spcAft>
              <a:buClr>
                <a:srgbClr val="828282"/>
              </a:buClr>
              <a:buSzPts val="2400"/>
              <a:buChar char="•"/>
              <a:defRPr sz="2400">
                <a:solidFill>
                  <a:srgbClr val="828282"/>
                </a:solidFill>
              </a:defRPr>
            </a:lvl4pPr>
            <a:lvl5pPr indent="-381000" lvl="4" marL="2286000" algn="l">
              <a:lnSpc>
                <a:spcPct val="90000"/>
              </a:lnSpc>
              <a:spcBef>
                <a:spcPts val="1000"/>
              </a:spcBef>
              <a:spcAft>
                <a:spcPts val="0"/>
              </a:spcAft>
              <a:buClr>
                <a:srgbClr val="828282"/>
              </a:buClr>
              <a:buSzPts val="2400"/>
              <a:buChar char="•"/>
              <a:defRPr sz="2400">
                <a:solidFill>
                  <a:srgbClr val="828282"/>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60" name="Google Shape;60;p7"/>
          <p:cNvSpPr txBox="1"/>
          <p:nvPr>
            <p:ph idx="4" type="body"/>
          </p:nvPr>
        </p:nvSpPr>
        <p:spPr>
          <a:xfrm>
            <a:off x="2378063" y="786763"/>
            <a:ext cx="5883300" cy="646200"/>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61" name="Google Shape;61;p7"/>
          <p:cNvSpPr txBox="1"/>
          <p:nvPr>
            <p:ph idx="12" type="sldNum"/>
          </p:nvPr>
        </p:nvSpPr>
        <p:spPr>
          <a:xfrm>
            <a:off x="2325685" y="6332948"/>
            <a:ext cx="350415" cy="338554"/>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cxnSp>
        <p:nvCxnSpPr>
          <p:cNvPr id="62" name="Google Shape;62;p7"/>
          <p:cNvCxnSpPr/>
          <p:nvPr/>
        </p:nvCxnSpPr>
        <p:spPr>
          <a:xfrm>
            <a:off x="2384121" y="1615723"/>
            <a:ext cx="9177300" cy="0"/>
          </a:xfrm>
          <a:prstGeom prst="straightConnector1">
            <a:avLst/>
          </a:prstGeom>
          <a:noFill/>
          <a:ln cap="flat" cmpd="sng" w="12700">
            <a:solidFill>
              <a:srgbClr val="A5A5A5"/>
            </a:solidFill>
            <a:prstDash val="solid"/>
            <a:miter lim="800000"/>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p:cSld name="Bulleted List">
    <p:spTree>
      <p:nvGrpSpPr>
        <p:cNvPr id="63" name="Shape 63"/>
        <p:cNvGrpSpPr/>
        <p:nvPr/>
      </p:nvGrpSpPr>
      <p:grpSpPr>
        <a:xfrm>
          <a:off x="0" y="0"/>
          <a:ext cx="0" cy="0"/>
          <a:chOff x="0" y="0"/>
          <a:chExt cx="0" cy="0"/>
        </a:xfrm>
      </p:grpSpPr>
      <p:pic>
        <p:nvPicPr>
          <p:cNvPr descr="Picture 6" id="64" name="Google Shape;64;p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5" name="Google Shape;65;p8"/>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 name="Google Shape;66;p8"/>
          <p:cNvSpPr txBox="1"/>
          <p:nvPr>
            <p:ph idx="12" type="sldNum"/>
          </p:nvPr>
        </p:nvSpPr>
        <p:spPr>
          <a:xfrm>
            <a:off x="2335568" y="6328495"/>
            <a:ext cx="350415" cy="338554"/>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pic>
        <p:nvPicPr>
          <p:cNvPr id="67" name="Google Shape;67;p8"/>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68" name="Google Shape;68;p8"/>
          <p:cNvSpPr txBox="1"/>
          <p:nvPr>
            <p:ph idx="1" type="body"/>
          </p:nvPr>
        </p:nvSpPr>
        <p:spPr>
          <a:xfrm>
            <a:off x="2384125" y="794438"/>
            <a:ext cx="5883300" cy="646200"/>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69" name="Google Shape;69;p8"/>
          <p:cNvSpPr txBox="1"/>
          <p:nvPr>
            <p:ph idx="2" type="body"/>
          </p:nvPr>
        </p:nvSpPr>
        <p:spPr>
          <a:xfrm>
            <a:off x="2384125" y="2171238"/>
            <a:ext cx="6816600" cy="3067200"/>
          </a:xfrm>
          <a:prstGeom prst="rect">
            <a:avLst/>
          </a:prstGeom>
          <a:noFill/>
          <a:ln>
            <a:noFill/>
          </a:ln>
        </p:spPr>
        <p:txBody>
          <a:bodyPr anchorCtr="0" anchor="t" bIns="45700" lIns="45700" spcFirstLastPara="1" rIns="45700" wrap="square" tIns="45700">
            <a:normAutofit/>
          </a:bodyPr>
          <a:lstStyle>
            <a:lvl1pPr indent="-355600" lvl="0" marL="457200" algn="l">
              <a:lnSpc>
                <a:spcPct val="100000"/>
              </a:lnSpc>
              <a:spcBef>
                <a:spcPts val="0"/>
              </a:spcBef>
              <a:spcAft>
                <a:spcPts val="0"/>
              </a:spcAft>
              <a:buClr>
                <a:srgbClr val="5D5D5D"/>
              </a:buClr>
              <a:buSzPts val="2000"/>
              <a:buChar char="•"/>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70" name="Google Shape;70;p8"/>
          <p:cNvSpPr txBox="1"/>
          <p:nvPr>
            <p:ph idx="3" type="body"/>
          </p:nvPr>
        </p:nvSpPr>
        <p:spPr>
          <a:xfrm>
            <a:off x="2708275" y="6342063"/>
            <a:ext cx="5768163" cy="276225"/>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7F7F7F"/>
              </a:buClr>
              <a:buSzPts val="1200"/>
              <a:buNone/>
              <a:defRPr i="1" sz="1200">
                <a:solidFill>
                  <a:srgbClr val="7F7F7F"/>
                </a:solidFill>
                <a:latin typeface="Calibri"/>
                <a:ea typeface="Calibri"/>
                <a:cs typeface="Calibri"/>
                <a:sym typeface="Calibri"/>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cxnSp>
        <p:nvCxnSpPr>
          <p:cNvPr id="71" name="Google Shape;71;p8"/>
          <p:cNvCxnSpPr/>
          <p:nvPr/>
        </p:nvCxnSpPr>
        <p:spPr>
          <a:xfrm>
            <a:off x="2384121" y="1615723"/>
            <a:ext cx="9177300" cy="0"/>
          </a:xfrm>
          <a:prstGeom prst="straightConnector1">
            <a:avLst/>
          </a:prstGeom>
          <a:noFill/>
          <a:ln cap="flat" cmpd="sng" w="12700">
            <a:solidFill>
              <a:srgbClr val="A5A5A5"/>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ll-Out">
  <p:cSld name="Call-Out">
    <p:spTree>
      <p:nvGrpSpPr>
        <p:cNvPr id="72" name="Shape 72"/>
        <p:cNvGrpSpPr/>
        <p:nvPr/>
      </p:nvGrpSpPr>
      <p:grpSpPr>
        <a:xfrm>
          <a:off x="0" y="0"/>
          <a:ext cx="0" cy="0"/>
          <a:chOff x="0" y="0"/>
          <a:chExt cx="0" cy="0"/>
        </a:xfrm>
      </p:grpSpPr>
      <p:pic>
        <p:nvPicPr>
          <p:cNvPr descr="Picture 6" id="73" name="Google Shape;73;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4" name="Google Shape;74;p9"/>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75" name="Google Shape;75;p9"/>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cxnSp>
        <p:nvCxnSpPr>
          <p:cNvPr id="76" name="Google Shape;76;p9"/>
          <p:cNvCxnSpPr/>
          <p:nvPr/>
        </p:nvCxnSpPr>
        <p:spPr>
          <a:xfrm>
            <a:off x="2382685" y="3389704"/>
            <a:ext cx="9202993" cy="0"/>
          </a:xfrm>
          <a:prstGeom prst="straightConnector1">
            <a:avLst/>
          </a:prstGeom>
          <a:noFill/>
          <a:ln cap="flat" cmpd="sng" w="19050">
            <a:solidFill>
              <a:srgbClr val="7F7F7F">
                <a:alpha val="20000"/>
              </a:srgbClr>
            </a:solidFill>
            <a:prstDash val="solid"/>
            <a:miter lim="8000"/>
            <a:headEnd len="sm" w="sm" type="none"/>
            <a:tailEnd len="sm" w="sm" type="none"/>
          </a:ln>
        </p:spPr>
      </p:cxnSp>
      <p:cxnSp>
        <p:nvCxnSpPr>
          <p:cNvPr id="77" name="Google Shape;77;p9"/>
          <p:cNvCxnSpPr/>
          <p:nvPr/>
        </p:nvCxnSpPr>
        <p:spPr>
          <a:xfrm>
            <a:off x="2382685" y="4675735"/>
            <a:ext cx="9202993" cy="0"/>
          </a:xfrm>
          <a:prstGeom prst="straightConnector1">
            <a:avLst/>
          </a:prstGeom>
          <a:noFill/>
          <a:ln cap="flat" cmpd="sng" w="19050">
            <a:solidFill>
              <a:srgbClr val="7F7F7F">
                <a:alpha val="20000"/>
              </a:srgbClr>
            </a:solidFill>
            <a:prstDash val="solid"/>
            <a:miter lim="8000"/>
            <a:headEnd len="sm" w="sm" type="none"/>
            <a:tailEnd len="sm" w="sm" type="none"/>
          </a:ln>
        </p:spPr>
      </p:cxnSp>
      <p:cxnSp>
        <p:nvCxnSpPr>
          <p:cNvPr id="78" name="Google Shape;78;p9"/>
          <p:cNvCxnSpPr/>
          <p:nvPr/>
        </p:nvCxnSpPr>
        <p:spPr>
          <a:xfrm>
            <a:off x="2382685" y="6017521"/>
            <a:ext cx="9202993" cy="0"/>
          </a:xfrm>
          <a:prstGeom prst="straightConnector1">
            <a:avLst/>
          </a:prstGeom>
          <a:noFill/>
          <a:ln cap="flat" cmpd="sng" w="19050">
            <a:solidFill>
              <a:srgbClr val="7F7F7F">
                <a:alpha val="20000"/>
              </a:srgbClr>
            </a:solidFill>
            <a:prstDash val="solid"/>
            <a:miter lim="8000"/>
            <a:headEnd len="sm" w="sm" type="none"/>
            <a:tailEnd len="sm" w="sm" type="none"/>
          </a:ln>
        </p:spPr>
      </p:cxnSp>
      <p:sp>
        <p:nvSpPr>
          <p:cNvPr id="79" name="Google Shape;79;p9"/>
          <p:cNvSpPr txBox="1"/>
          <p:nvPr>
            <p:ph idx="1" type="body"/>
          </p:nvPr>
        </p:nvSpPr>
        <p:spPr>
          <a:xfrm>
            <a:off x="2384125" y="867013"/>
            <a:ext cx="5883300" cy="646200"/>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0" name="Google Shape;80;p9"/>
          <p:cNvSpPr txBox="1"/>
          <p:nvPr>
            <p:ph idx="2" type="body"/>
          </p:nvPr>
        </p:nvSpPr>
        <p:spPr>
          <a:xfrm>
            <a:off x="2457450" y="2378670"/>
            <a:ext cx="1503363" cy="923330"/>
          </a:xfrm>
          <a:prstGeom prst="rect">
            <a:avLst/>
          </a:prstGeom>
          <a:noFill/>
          <a:ln>
            <a:noFill/>
          </a:ln>
        </p:spPr>
        <p:txBody>
          <a:bodyPr anchorCtr="0" anchor="b" bIns="45700" lIns="45700" spcFirstLastPara="1" rIns="45700" wrap="square" tIns="45700">
            <a:spAutoFit/>
          </a:bodyPr>
          <a:lstStyle>
            <a:lvl1pPr indent="-228600" lvl="0" marL="457200" algn="r">
              <a:lnSpc>
                <a:spcPct val="100000"/>
              </a:lnSpc>
              <a:spcBef>
                <a:spcPts val="0"/>
              </a:spcBef>
              <a:spcAft>
                <a:spcPts val="0"/>
              </a:spcAft>
              <a:buClr>
                <a:schemeClr val="accent1"/>
              </a:buClr>
              <a:buSzPts val="5400"/>
              <a:buNone/>
              <a:defRPr sz="5400">
                <a:solidFill>
                  <a:schemeClr val="accent1"/>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1" name="Google Shape;81;p9"/>
          <p:cNvSpPr txBox="1"/>
          <p:nvPr>
            <p:ph idx="3" type="body"/>
          </p:nvPr>
        </p:nvSpPr>
        <p:spPr>
          <a:xfrm>
            <a:off x="4302125" y="2448025"/>
            <a:ext cx="6832600" cy="554037"/>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1800"/>
              <a:buNone/>
              <a:defRPr sz="18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2" name="Google Shape;82;p9"/>
          <p:cNvSpPr txBox="1"/>
          <p:nvPr>
            <p:ph idx="4" type="body"/>
          </p:nvPr>
        </p:nvSpPr>
        <p:spPr>
          <a:xfrm>
            <a:off x="2457450" y="3601170"/>
            <a:ext cx="1503363" cy="923330"/>
          </a:xfrm>
          <a:prstGeom prst="rect">
            <a:avLst/>
          </a:prstGeom>
          <a:noFill/>
          <a:ln>
            <a:noFill/>
          </a:ln>
        </p:spPr>
        <p:txBody>
          <a:bodyPr anchorCtr="0" anchor="b" bIns="45700" lIns="45700" spcFirstLastPara="1" rIns="45700" wrap="square" tIns="45700">
            <a:spAutoFit/>
          </a:bodyPr>
          <a:lstStyle>
            <a:lvl1pPr indent="-228600" lvl="0" marL="457200" algn="r">
              <a:lnSpc>
                <a:spcPct val="100000"/>
              </a:lnSpc>
              <a:spcBef>
                <a:spcPts val="0"/>
              </a:spcBef>
              <a:spcAft>
                <a:spcPts val="0"/>
              </a:spcAft>
              <a:buClr>
                <a:schemeClr val="accent1"/>
              </a:buClr>
              <a:buSzPts val="5400"/>
              <a:buNone/>
              <a:defRPr sz="5400">
                <a:solidFill>
                  <a:schemeClr val="accent1"/>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3" name="Google Shape;83;p9"/>
          <p:cNvSpPr txBox="1"/>
          <p:nvPr>
            <p:ph idx="5" type="body"/>
          </p:nvPr>
        </p:nvSpPr>
        <p:spPr>
          <a:xfrm>
            <a:off x="4302125" y="3670525"/>
            <a:ext cx="6832600" cy="554037"/>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1800"/>
              <a:buNone/>
              <a:defRPr sz="18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4" name="Google Shape;84;p9"/>
          <p:cNvSpPr txBox="1"/>
          <p:nvPr>
            <p:ph idx="6" type="body"/>
          </p:nvPr>
        </p:nvSpPr>
        <p:spPr>
          <a:xfrm>
            <a:off x="2457450" y="4884025"/>
            <a:ext cx="1503363" cy="923330"/>
          </a:xfrm>
          <a:prstGeom prst="rect">
            <a:avLst/>
          </a:prstGeom>
          <a:noFill/>
          <a:ln>
            <a:noFill/>
          </a:ln>
        </p:spPr>
        <p:txBody>
          <a:bodyPr anchorCtr="0" anchor="b" bIns="45700" lIns="45700" spcFirstLastPara="1" rIns="45700" wrap="square" tIns="45700">
            <a:spAutoFit/>
          </a:bodyPr>
          <a:lstStyle>
            <a:lvl1pPr indent="-228600" lvl="0" marL="457200" algn="r">
              <a:lnSpc>
                <a:spcPct val="100000"/>
              </a:lnSpc>
              <a:spcBef>
                <a:spcPts val="0"/>
              </a:spcBef>
              <a:spcAft>
                <a:spcPts val="0"/>
              </a:spcAft>
              <a:buClr>
                <a:schemeClr val="accent1"/>
              </a:buClr>
              <a:buSzPts val="5400"/>
              <a:buNone/>
              <a:defRPr sz="5400">
                <a:solidFill>
                  <a:schemeClr val="accent1"/>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5" name="Google Shape;85;p9"/>
          <p:cNvSpPr txBox="1"/>
          <p:nvPr>
            <p:ph idx="7" type="body"/>
          </p:nvPr>
        </p:nvSpPr>
        <p:spPr>
          <a:xfrm>
            <a:off x="4302125" y="4953380"/>
            <a:ext cx="6832600" cy="554037"/>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1800"/>
              <a:buNone/>
              <a:defRPr sz="18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6" name="Google Shape;86;p9"/>
          <p:cNvSpPr txBox="1"/>
          <p:nvPr>
            <p:ph idx="12" type="sldNum"/>
          </p:nvPr>
        </p:nvSpPr>
        <p:spPr>
          <a:xfrm>
            <a:off x="2341697" y="6316472"/>
            <a:ext cx="350415" cy="338554"/>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cxnSp>
        <p:nvCxnSpPr>
          <p:cNvPr id="87" name="Google Shape;87;p9"/>
          <p:cNvCxnSpPr/>
          <p:nvPr/>
        </p:nvCxnSpPr>
        <p:spPr>
          <a:xfrm>
            <a:off x="2384121" y="1615723"/>
            <a:ext cx="9177300" cy="0"/>
          </a:xfrm>
          <a:prstGeom prst="straightConnector1">
            <a:avLst/>
          </a:prstGeom>
          <a:noFill/>
          <a:ln cap="flat" cmpd="sng" w="12700">
            <a:solidFill>
              <a:srgbClr val="A5A5A5"/>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spTree>
      <p:nvGrpSpPr>
        <p:cNvPr id="88" name="Shape 88"/>
        <p:cNvGrpSpPr/>
        <p:nvPr/>
      </p:nvGrpSpPr>
      <p:grpSpPr>
        <a:xfrm>
          <a:off x="0" y="0"/>
          <a:ext cx="0" cy="0"/>
          <a:chOff x="0" y="0"/>
          <a:chExt cx="0" cy="0"/>
        </a:xfrm>
      </p:grpSpPr>
      <p:pic>
        <p:nvPicPr>
          <p:cNvPr descr="Picture 6" id="89" name="Google Shape;89;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0" name="Google Shape;90;p10"/>
          <p:cNvSpPr/>
          <p:nvPr/>
        </p:nvSpPr>
        <p:spPr>
          <a:xfrm>
            <a:off x="1152395" y="0"/>
            <a:ext cx="11039700" cy="6858000"/>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 name="Google Shape;91;p10"/>
          <p:cNvSpPr txBox="1"/>
          <p:nvPr>
            <p:ph idx="12" type="sldNum"/>
          </p:nvPr>
        </p:nvSpPr>
        <p:spPr>
          <a:xfrm>
            <a:off x="2308225" y="6320927"/>
            <a:ext cx="350415" cy="338554"/>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93" name="Google Shape;93;p10"/>
          <p:cNvSpPr/>
          <p:nvPr>
            <p:ph idx="2" type="chart"/>
          </p:nvPr>
        </p:nvSpPr>
        <p:spPr>
          <a:xfrm>
            <a:off x="2308225" y="2682875"/>
            <a:ext cx="7102475" cy="3189288"/>
          </a:xfrm>
          <a:prstGeom prst="rect">
            <a:avLst/>
          </a:prstGeom>
          <a:noFill/>
          <a:ln>
            <a:noFill/>
          </a:ln>
        </p:spPr>
        <p:txBody>
          <a:bodyPr anchorCtr="0" anchor="t" bIns="45700" lIns="45700" spcFirstLastPara="1" rIns="45700" wrap="square" tIns="45700">
            <a:noAutofit/>
          </a:bodyPr>
          <a:lstStyle>
            <a:lvl1pPr lvl="0" marR="0" rtl="0" algn="l">
              <a:lnSpc>
                <a:spcPct val="90000"/>
              </a:lnSpc>
              <a:spcBef>
                <a:spcPts val="1000"/>
              </a:spcBef>
              <a:spcAft>
                <a:spcPts val="0"/>
              </a:spcAft>
              <a:buClr>
                <a:srgbClr val="5D5D5D"/>
              </a:buClr>
              <a:buSzPts val="2000"/>
              <a:buFont typeface="Arial"/>
              <a:buNone/>
              <a:defRPr b="0" i="0" sz="2000" u="none" cap="none" strike="noStrike">
                <a:solidFill>
                  <a:srgbClr val="5D5D5D"/>
                </a:solidFill>
                <a:latin typeface="Open Sans Light"/>
                <a:ea typeface="Open Sans Light"/>
                <a:cs typeface="Open Sans Light"/>
                <a:sym typeface="Open Sans Light"/>
              </a:defRPr>
            </a:lvl1pPr>
            <a:lvl2pPr lvl="1"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2pPr>
            <a:lvl3pPr lvl="2"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3pPr>
            <a:lvl4pPr lvl="3"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4pPr>
            <a:lvl5pPr lvl="4"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5pPr>
            <a:lvl6pPr lvl="5" marR="0" rtl="0" algn="l">
              <a:lnSpc>
                <a:spcPct val="90000"/>
              </a:lnSpc>
              <a:spcBef>
                <a:spcPts val="1000"/>
              </a:spcBef>
              <a:spcAft>
                <a:spcPts val="0"/>
              </a:spcAft>
              <a:buClr>
                <a:srgbClr val="000000"/>
              </a:buClr>
              <a:buSzPts val="2800"/>
              <a:buFont typeface="Arial"/>
              <a:buChar char="•"/>
              <a:defRPr b="1" i="0" sz="2800" u="none" cap="none" strike="noStrike">
                <a:solidFill>
                  <a:srgbClr val="000000"/>
                </a:solidFill>
                <a:latin typeface="Open Sans ExtraBold"/>
                <a:ea typeface="Open Sans ExtraBold"/>
                <a:cs typeface="Open Sans ExtraBold"/>
                <a:sym typeface="Open Sans ExtraBold"/>
              </a:defRPr>
            </a:lvl6pPr>
            <a:lvl7pPr lvl="6" marR="0" rtl="0" algn="l">
              <a:lnSpc>
                <a:spcPct val="90000"/>
              </a:lnSpc>
              <a:spcBef>
                <a:spcPts val="1000"/>
              </a:spcBef>
              <a:spcAft>
                <a:spcPts val="0"/>
              </a:spcAft>
              <a:buClr>
                <a:srgbClr val="000000"/>
              </a:buClr>
              <a:buSzPts val="2800"/>
              <a:buFont typeface="Arial"/>
              <a:buChar char="•"/>
              <a:defRPr b="1" i="0" sz="2800" u="none" cap="none" strike="noStrike">
                <a:solidFill>
                  <a:srgbClr val="000000"/>
                </a:solidFill>
                <a:latin typeface="Open Sans ExtraBold"/>
                <a:ea typeface="Open Sans ExtraBold"/>
                <a:cs typeface="Open Sans ExtraBold"/>
                <a:sym typeface="Open Sans ExtraBold"/>
              </a:defRPr>
            </a:lvl7pPr>
            <a:lvl8pPr lvl="7" marR="0" rtl="0" algn="l">
              <a:lnSpc>
                <a:spcPct val="90000"/>
              </a:lnSpc>
              <a:spcBef>
                <a:spcPts val="1000"/>
              </a:spcBef>
              <a:spcAft>
                <a:spcPts val="0"/>
              </a:spcAft>
              <a:buClr>
                <a:srgbClr val="000000"/>
              </a:buClr>
              <a:buSzPts val="2800"/>
              <a:buFont typeface="Arial"/>
              <a:buChar char="•"/>
              <a:defRPr b="1" i="0" sz="2800" u="none" cap="none" strike="noStrike">
                <a:solidFill>
                  <a:srgbClr val="000000"/>
                </a:solidFill>
                <a:latin typeface="Open Sans ExtraBold"/>
                <a:ea typeface="Open Sans ExtraBold"/>
                <a:cs typeface="Open Sans ExtraBold"/>
                <a:sym typeface="Open Sans ExtraBold"/>
              </a:defRPr>
            </a:lvl8pPr>
            <a:lvl9pPr lvl="8" marR="0" rtl="0" algn="l">
              <a:lnSpc>
                <a:spcPct val="90000"/>
              </a:lnSpc>
              <a:spcBef>
                <a:spcPts val="1000"/>
              </a:spcBef>
              <a:spcAft>
                <a:spcPts val="0"/>
              </a:spcAft>
              <a:buClr>
                <a:srgbClr val="000000"/>
              </a:buClr>
              <a:buSzPts val="2800"/>
              <a:buFont typeface="Arial"/>
              <a:buChar char="•"/>
              <a:defRPr b="1" i="0" sz="2800" u="none" cap="none" strike="noStrike">
                <a:solidFill>
                  <a:srgbClr val="000000"/>
                </a:solidFill>
                <a:latin typeface="Open Sans ExtraBold"/>
                <a:ea typeface="Open Sans ExtraBold"/>
                <a:cs typeface="Open Sans ExtraBold"/>
                <a:sym typeface="Open Sans ExtraBold"/>
              </a:defRPr>
            </a:lvl9pPr>
          </a:lstStyle>
          <a:p/>
        </p:txBody>
      </p:sp>
      <p:cxnSp>
        <p:nvCxnSpPr>
          <p:cNvPr id="94" name="Google Shape;94;p10"/>
          <p:cNvCxnSpPr/>
          <p:nvPr/>
        </p:nvCxnSpPr>
        <p:spPr>
          <a:xfrm>
            <a:off x="2384121" y="1615723"/>
            <a:ext cx="9177402" cy="0"/>
          </a:xfrm>
          <a:prstGeom prst="straightConnector1">
            <a:avLst/>
          </a:prstGeom>
          <a:noFill/>
          <a:ln cap="flat" cmpd="sng" w="12700">
            <a:solidFill>
              <a:srgbClr val="A5A5A5"/>
            </a:solidFill>
            <a:prstDash val="solid"/>
            <a:miter lim="800000"/>
            <a:headEnd len="sm" w="sm" type="none"/>
            <a:tailEnd len="sm" w="sm" type="none"/>
          </a:ln>
        </p:spPr>
      </p:cxnSp>
      <p:pic>
        <p:nvPicPr>
          <p:cNvPr id="95" name="Google Shape;95;p10"/>
          <p:cNvPicPr preferRelativeResize="0"/>
          <p:nvPr/>
        </p:nvPicPr>
        <p:blipFill rotWithShape="1">
          <a:blip r:embed="rId4">
            <a:alphaModFix/>
          </a:blip>
          <a:srcRect b="0" l="0" r="0" t="0"/>
          <a:stretch/>
        </p:blipFill>
        <p:spPr>
          <a:xfrm>
            <a:off x="3704639" y="2683253"/>
            <a:ext cx="4782721" cy="3188480"/>
          </a:xfrm>
          <a:prstGeom prst="rect">
            <a:avLst/>
          </a:prstGeom>
          <a:noFill/>
          <a:ln>
            <a:noFill/>
          </a:ln>
        </p:spPr>
      </p:pic>
      <p:sp>
        <p:nvSpPr>
          <p:cNvPr id="96" name="Google Shape;96;p10"/>
          <p:cNvSpPr txBox="1"/>
          <p:nvPr>
            <p:ph idx="1" type="body"/>
          </p:nvPr>
        </p:nvSpPr>
        <p:spPr>
          <a:xfrm>
            <a:off x="2384125" y="780363"/>
            <a:ext cx="5883300" cy="646200"/>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97" name="Google Shape;97;p10"/>
          <p:cNvSpPr txBox="1"/>
          <p:nvPr>
            <p:ph idx="3" type="body"/>
          </p:nvPr>
        </p:nvSpPr>
        <p:spPr>
          <a:xfrm>
            <a:off x="2308225" y="2179638"/>
            <a:ext cx="6676559" cy="3683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1800"/>
              <a:buNone/>
              <a:defRPr b="1" sz="1800">
                <a:solidFill>
                  <a:srgbClr val="5D5D5D"/>
                </a:solidFill>
                <a:latin typeface="Open Sans"/>
                <a:ea typeface="Open Sans"/>
                <a:cs typeface="Open Sans"/>
                <a:sym typeface="Open Sans"/>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Slide Photo">
  <p:cSld name="Full-Slide Photo">
    <p:spTree>
      <p:nvGrpSpPr>
        <p:cNvPr id="98" name="Shape 98"/>
        <p:cNvGrpSpPr/>
        <p:nvPr/>
      </p:nvGrpSpPr>
      <p:grpSpPr>
        <a:xfrm>
          <a:off x="0" y="0"/>
          <a:ext cx="0" cy="0"/>
          <a:chOff x="0" y="0"/>
          <a:chExt cx="0" cy="0"/>
        </a:xfrm>
      </p:grpSpPr>
      <p:sp>
        <p:nvSpPr>
          <p:cNvPr id="99" name="Google Shape;99;p11"/>
          <p:cNvSpPr/>
          <p:nvPr>
            <p:ph idx="2" type="pic"/>
          </p:nvPr>
        </p:nvSpPr>
        <p:spPr>
          <a:xfrm>
            <a:off x="0" y="0"/>
            <a:ext cx="12192000" cy="68580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100" name="Shape 100"/>
        <p:cNvGrpSpPr/>
        <p:nvPr/>
      </p:nvGrpSpPr>
      <p:grpSpPr>
        <a:xfrm>
          <a:off x="0" y="0"/>
          <a:ext cx="0" cy="0"/>
          <a:chOff x="0" y="0"/>
          <a:chExt cx="0" cy="0"/>
        </a:xfrm>
      </p:grpSpPr>
      <p:sp>
        <p:nvSpPr>
          <p:cNvPr id="101" name="Google Shape;101;p12"/>
          <p:cNvSpPr txBox="1"/>
          <p:nvPr>
            <p:ph type="ctrTitle"/>
          </p:nvPr>
        </p:nvSpPr>
        <p:spPr>
          <a:xfrm>
            <a:off x="914400" y="2130425"/>
            <a:ext cx="10363200" cy="1470000"/>
          </a:xfrm>
          <a:prstGeom prst="rect">
            <a:avLst/>
          </a:prstGeom>
          <a:noFill/>
          <a:ln>
            <a:noFill/>
          </a:ln>
        </p:spPr>
        <p:txBody>
          <a:bodyPr anchorCtr="0" anchor="ctr" bIns="60925" lIns="121900" spcFirstLastPara="1" rIns="121900" wrap="square" tIns="60925">
            <a:normAutofit/>
          </a:bodyPr>
          <a:lstStyle>
            <a:lvl1pPr lvl="0" algn="ctr">
              <a:spcBef>
                <a:spcPts val="0"/>
              </a:spcBef>
              <a:spcAft>
                <a:spcPts val="0"/>
              </a:spcAft>
              <a:buSzPts val="3600"/>
              <a:buNone/>
              <a:defRPr/>
            </a:lvl1pPr>
            <a:lvl2pPr lvl="1" algn="ctr">
              <a:spcBef>
                <a:spcPts val="0"/>
              </a:spcBef>
              <a:spcAft>
                <a:spcPts val="0"/>
              </a:spcAft>
              <a:buSzPts val="4400"/>
              <a:buNone/>
              <a:defRPr/>
            </a:lvl2pPr>
            <a:lvl3pPr lvl="2" algn="ctr">
              <a:spcBef>
                <a:spcPts val="0"/>
              </a:spcBef>
              <a:spcAft>
                <a:spcPts val="0"/>
              </a:spcAft>
              <a:buSzPts val="4400"/>
              <a:buNone/>
              <a:defRPr/>
            </a:lvl3pPr>
            <a:lvl4pPr lvl="3" algn="ctr">
              <a:spcBef>
                <a:spcPts val="0"/>
              </a:spcBef>
              <a:spcAft>
                <a:spcPts val="0"/>
              </a:spcAft>
              <a:buSzPts val="4400"/>
              <a:buNone/>
              <a:defRPr/>
            </a:lvl4pPr>
            <a:lvl5pPr lvl="4" algn="ctr">
              <a:spcBef>
                <a:spcPts val="0"/>
              </a:spcBef>
              <a:spcAft>
                <a:spcPts val="0"/>
              </a:spcAft>
              <a:buSzPts val="4400"/>
              <a:buNone/>
              <a:defRPr/>
            </a:lvl5pPr>
            <a:lvl6pPr lvl="5" algn="ctr">
              <a:spcBef>
                <a:spcPts val="0"/>
              </a:spcBef>
              <a:spcAft>
                <a:spcPts val="0"/>
              </a:spcAft>
              <a:buSzPts val="4400"/>
              <a:buNone/>
              <a:defRPr/>
            </a:lvl6pPr>
            <a:lvl7pPr lvl="6" algn="ctr">
              <a:spcBef>
                <a:spcPts val="0"/>
              </a:spcBef>
              <a:spcAft>
                <a:spcPts val="0"/>
              </a:spcAft>
              <a:buSzPts val="4400"/>
              <a:buNone/>
              <a:defRPr/>
            </a:lvl7pPr>
            <a:lvl8pPr lvl="7" algn="ctr">
              <a:spcBef>
                <a:spcPts val="0"/>
              </a:spcBef>
              <a:spcAft>
                <a:spcPts val="0"/>
              </a:spcAft>
              <a:buSzPts val="4400"/>
              <a:buNone/>
              <a:defRPr/>
            </a:lvl8pPr>
            <a:lvl9pPr lvl="8" algn="ctr">
              <a:spcBef>
                <a:spcPts val="0"/>
              </a:spcBef>
              <a:spcAft>
                <a:spcPts val="0"/>
              </a:spcAft>
              <a:buSzPts val="4400"/>
              <a:buNone/>
              <a:defRPr/>
            </a:lvl9pPr>
          </a:lstStyle>
          <a:p/>
        </p:txBody>
      </p:sp>
      <p:sp>
        <p:nvSpPr>
          <p:cNvPr id="102" name="Google Shape;102;p12"/>
          <p:cNvSpPr txBox="1"/>
          <p:nvPr>
            <p:ph idx="1" type="subTitle"/>
          </p:nvPr>
        </p:nvSpPr>
        <p:spPr>
          <a:xfrm>
            <a:off x="1828800" y="3886200"/>
            <a:ext cx="8534400" cy="1752900"/>
          </a:xfrm>
          <a:prstGeom prst="rect">
            <a:avLst/>
          </a:prstGeom>
          <a:noFill/>
          <a:ln>
            <a:noFill/>
          </a:ln>
        </p:spPr>
        <p:txBody>
          <a:bodyPr anchorCtr="0" anchor="t" bIns="60925" lIns="121900" spcFirstLastPara="1" rIns="121900" wrap="square" tIns="60925">
            <a:normAutofit/>
          </a:bodyPr>
          <a:lstStyle>
            <a:lvl1pPr lvl="0" algn="ctr">
              <a:spcBef>
                <a:spcPts val="900"/>
              </a:spcBef>
              <a:spcAft>
                <a:spcPts val="0"/>
              </a:spcAft>
              <a:buClr>
                <a:srgbClr val="888888"/>
              </a:buClr>
              <a:buSzPts val="4300"/>
              <a:buNone/>
              <a:defRPr>
                <a:solidFill>
                  <a:srgbClr val="888888"/>
                </a:solidFill>
              </a:defRPr>
            </a:lvl1pPr>
            <a:lvl2pPr lvl="1" algn="ctr">
              <a:spcBef>
                <a:spcPts val="700"/>
              </a:spcBef>
              <a:spcAft>
                <a:spcPts val="0"/>
              </a:spcAft>
              <a:buClr>
                <a:srgbClr val="888888"/>
              </a:buClr>
              <a:buSzPts val="3700"/>
              <a:buNone/>
              <a:defRPr>
                <a:solidFill>
                  <a:srgbClr val="888888"/>
                </a:solidFill>
              </a:defRPr>
            </a:lvl2pPr>
            <a:lvl3pPr lvl="2" algn="ctr">
              <a:spcBef>
                <a:spcPts val="600"/>
              </a:spcBef>
              <a:spcAft>
                <a:spcPts val="0"/>
              </a:spcAft>
              <a:buClr>
                <a:srgbClr val="888888"/>
              </a:buClr>
              <a:buSzPts val="3200"/>
              <a:buNone/>
              <a:defRPr>
                <a:solidFill>
                  <a:srgbClr val="888888"/>
                </a:solidFill>
              </a:defRPr>
            </a:lvl3pPr>
            <a:lvl4pPr lvl="3" algn="ctr">
              <a:spcBef>
                <a:spcPts val="500"/>
              </a:spcBef>
              <a:spcAft>
                <a:spcPts val="0"/>
              </a:spcAft>
              <a:buClr>
                <a:srgbClr val="888888"/>
              </a:buClr>
              <a:buSzPts val="2700"/>
              <a:buNone/>
              <a:defRPr>
                <a:solidFill>
                  <a:srgbClr val="888888"/>
                </a:solidFill>
              </a:defRPr>
            </a:lvl4pPr>
            <a:lvl5pPr lvl="4" algn="ctr">
              <a:spcBef>
                <a:spcPts val="500"/>
              </a:spcBef>
              <a:spcAft>
                <a:spcPts val="0"/>
              </a:spcAft>
              <a:buClr>
                <a:srgbClr val="888888"/>
              </a:buClr>
              <a:buSzPts val="2700"/>
              <a:buNone/>
              <a:defRPr>
                <a:solidFill>
                  <a:srgbClr val="888888"/>
                </a:solidFill>
              </a:defRPr>
            </a:lvl5pPr>
            <a:lvl6pPr lvl="5" algn="ctr">
              <a:spcBef>
                <a:spcPts val="500"/>
              </a:spcBef>
              <a:spcAft>
                <a:spcPts val="0"/>
              </a:spcAft>
              <a:buClr>
                <a:srgbClr val="888888"/>
              </a:buClr>
              <a:buSzPts val="2700"/>
              <a:buNone/>
              <a:defRPr>
                <a:solidFill>
                  <a:srgbClr val="888888"/>
                </a:solidFill>
              </a:defRPr>
            </a:lvl6pPr>
            <a:lvl7pPr lvl="6" algn="ctr">
              <a:spcBef>
                <a:spcPts val="500"/>
              </a:spcBef>
              <a:spcAft>
                <a:spcPts val="0"/>
              </a:spcAft>
              <a:buClr>
                <a:srgbClr val="888888"/>
              </a:buClr>
              <a:buSzPts val="2700"/>
              <a:buNone/>
              <a:defRPr>
                <a:solidFill>
                  <a:srgbClr val="888888"/>
                </a:solidFill>
              </a:defRPr>
            </a:lvl7pPr>
            <a:lvl8pPr lvl="7" algn="ctr">
              <a:spcBef>
                <a:spcPts val="500"/>
              </a:spcBef>
              <a:spcAft>
                <a:spcPts val="0"/>
              </a:spcAft>
              <a:buClr>
                <a:srgbClr val="888888"/>
              </a:buClr>
              <a:buSzPts val="2700"/>
              <a:buNone/>
              <a:defRPr>
                <a:solidFill>
                  <a:srgbClr val="888888"/>
                </a:solidFill>
              </a:defRPr>
            </a:lvl8pPr>
            <a:lvl9pPr lvl="8" algn="ctr">
              <a:spcBef>
                <a:spcPts val="500"/>
              </a:spcBef>
              <a:spcAft>
                <a:spcPts val="0"/>
              </a:spcAft>
              <a:buClr>
                <a:srgbClr val="888888"/>
              </a:buClr>
              <a:buSzPts val="2700"/>
              <a:buNone/>
              <a:defRPr>
                <a:solidFill>
                  <a:srgbClr val="888888"/>
                </a:solidFill>
              </a:defRPr>
            </a:lvl9pPr>
          </a:lstStyle>
          <a:p/>
        </p:txBody>
      </p:sp>
      <p:sp>
        <p:nvSpPr>
          <p:cNvPr id="103" name="Google Shape;103;p12"/>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sz="1900"/>
            </a:lvl1pPr>
            <a:lvl2pPr lvl="1" algn="l">
              <a:spcBef>
                <a:spcPts val="0"/>
              </a:spcBef>
              <a:spcAft>
                <a:spcPts val="0"/>
              </a:spcAft>
              <a:buSzPts val="1900"/>
              <a:buNone/>
              <a:defRPr sz="1900"/>
            </a:lvl2pPr>
            <a:lvl3pPr lvl="2" algn="l">
              <a:spcBef>
                <a:spcPts val="0"/>
              </a:spcBef>
              <a:spcAft>
                <a:spcPts val="0"/>
              </a:spcAft>
              <a:buSzPts val="1900"/>
              <a:buNone/>
              <a:defRPr sz="1900"/>
            </a:lvl3pPr>
            <a:lvl4pPr lvl="3" algn="l">
              <a:spcBef>
                <a:spcPts val="0"/>
              </a:spcBef>
              <a:spcAft>
                <a:spcPts val="0"/>
              </a:spcAft>
              <a:buSzPts val="1900"/>
              <a:buNone/>
              <a:defRPr sz="1900"/>
            </a:lvl4pPr>
            <a:lvl5pPr lvl="4" algn="l">
              <a:spcBef>
                <a:spcPts val="0"/>
              </a:spcBef>
              <a:spcAft>
                <a:spcPts val="0"/>
              </a:spcAft>
              <a:buSzPts val="1900"/>
              <a:buNone/>
              <a:defRPr sz="1900"/>
            </a:lvl5pPr>
            <a:lvl6pPr lvl="5" algn="l">
              <a:spcBef>
                <a:spcPts val="0"/>
              </a:spcBef>
              <a:spcAft>
                <a:spcPts val="0"/>
              </a:spcAft>
              <a:buSzPts val="1900"/>
              <a:buNone/>
              <a:defRPr sz="1900"/>
            </a:lvl6pPr>
            <a:lvl7pPr lvl="6" algn="l">
              <a:spcBef>
                <a:spcPts val="0"/>
              </a:spcBef>
              <a:spcAft>
                <a:spcPts val="0"/>
              </a:spcAft>
              <a:buSzPts val="1900"/>
              <a:buNone/>
              <a:defRPr sz="1900"/>
            </a:lvl7pPr>
            <a:lvl8pPr lvl="7" algn="l">
              <a:spcBef>
                <a:spcPts val="0"/>
              </a:spcBef>
              <a:spcAft>
                <a:spcPts val="0"/>
              </a:spcAft>
              <a:buSzPts val="1900"/>
              <a:buNone/>
              <a:defRPr sz="1900"/>
            </a:lvl8pPr>
            <a:lvl9pPr lvl="8" algn="l">
              <a:spcBef>
                <a:spcPts val="0"/>
              </a:spcBef>
              <a:spcAft>
                <a:spcPts val="0"/>
              </a:spcAft>
              <a:buSzPts val="1900"/>
              <a:buNone/>
              <a:defRPr sz="1900"/>
            </a:lvl9pPr>
          </a:lstStyle>
          <a:p/>
        </p:txBody>
      </p:sp>
      <p:sp>
        <p:nvSpPr>
          <p:cNvPr id="104" name="Google Shape;104;p12"/>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sz="1900"/>
            </a:lvl1pPr>
            <a:lvl2pPr lvl="1" algn="l">
              <a:spcBef>
                <a:spcPts val="0"/>
              </a:spcBef>
              <a:spcAft>
                <a:spcPts val="0"/>
              </a:spcAft>
              <a:buSzPts val="1900"/>
              <a:buNone/>
              <a:defRPr sz="1900"/>
            </a:lvl2pPr>
            <a:lvl3pPr lvl="2" algn="l">
              <a:spcBef>
                <a:spcPts val="0"/>
              </a:spcBef>
              <a:spcAft>
                <a:spcPts val="0"/>
              </a:spcAft>
              <a:buSzPts val="1900"/>
              <a:buNone/>
              <a:defRPr sz="1900"/>
            </a:lvl3pPr>
            <a:lvl4pPr lvl="3" algn="l">
              <a:spcBef>
                <a:spcPts val="0"/>
              </a:spcBef>
              <a:spcAft>
                <a:spcPts val="0"/>
              </a:spcAft>
              <a:buSzPts val="1900"/>
              <a:buNone/>
              <a:defRPr sz="1900"/>
            </a:lvl4pPr>
            <a:lvl5pPr lvl="4" algn="l">
              <a:spcBef>
                <a:spcPts val="0"/>
              </a:spcBef>
              <a:spcAft>
                <a:spcPts val="0"/>
              </a:spcAft>
              <a:buSzPts val="1900"/>
              <a:buNone/>
              <a:defRPr sz="1900"/>
            </a:lvl5pPr>
            <a:lvl6pPr lvl="5" algn="l">
              <a:spcBef>
                <a:spcPts val="0"/>
              </a:spcBef>
              <a:spcAft>
                <a:spcPts val="0"/>
              </a:spcAft>
              <a:buSzPts val="1900"/>
              <a:buNone/>
              <a:defRPr sz="1900"/>
            </a:lvl6pPr>
            <a:lvl7pPr lvl="6" algn="l">
              <a:spcBef>
                <a:spcPts val="0"/>
              </a:spcBef>
              <a:spcAft>
                <a:spcPts val="0"/>
              </a:spcAft>
              <a:buSzPts val="1900"/>
              <a:buNone/>
              <a:defRPr sz="1900"/>
            </a:lvl7pPr>
            <a:lvl8pPr lvl="7" algn="l">
              <a:spcBef>
                <a:spcPts val="0"/>
              </a:spcBef>
              <a:spcAft>
                <a:spcPts val="0"/>
              </a:spcAft>
              <a:buSzPts val="1900"/>
              <a:buNone/>
              <a:defRPr sz="1900"/>
            </a:lvl8pPr>
            <a:lvl9pPr lvl="8" algn="l">
              <a:spcBef>
                <a:spcPts val="0"/>
              </a:spcBef>
              <a:spcAft>
                <a:spcPts val="0"/>
              </a:spcAft>
              <a:buSzPts val="1900"/>
              <a:buNone/>
              <a:defRPr sz="1900"/>
            </a:lvl9pPr>
          </a:lstStyle>
          <a:p/>
        </p:txBody>
      </p:sp>
      <p:sp>
        <p:nvSpPr>
          <p:cNvPr id="105" name="Google Shape;105;p12"/>
          <p:cNvSpPr txBox="1"/>
          <p:nvPr>
            <p:ph idx="12" type="sldNum"/>
          </p:nvPr>
        </p:nvSpPr>
        <p:spPr>
          <a:xfrm>
            <a:off x="8737600" y="6356351"/>
            <a:ext cx="2844900" cy="369300"/>
          </a:xfrm>
          <a:prstGeom prst="rect">
            <a:avLst/>
          </a:prstGeom>
          <a:noFill/>
          <a:ln>
            <a:noFill/>
          </a:ln>
        </p:spPr>
        <p:txBody>
          <a:bodyPr anchorCtr="0" anchor="ctr" bIns="60925" lIns="121900" spcFirstLastPara="1" rIns="121900" wrap="square" tIns="60925">
            <a:sp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2" name="Shape 112"/>
        <p:cNvGrpSpPr/>
        <p:nvPr/>
      </p:nvGrpSpPr>
      <p:grpSpPr>
        <a:xfrm>
          <a:off x="0" y="0"/>
          <a:ext cx="0" cy="0"/>
          <a:chOff x="0" y="0"/>
          <a:chExt cx="0" cy="0"/>
        </a:xfrm>
      </p:grpSpPr>
      <p:sp>
        <p:nvSpPr>
          <p:cNvPr id="113" name="Google Shape;113;p14"/>
          <p:cNvSpPr txBox="1"/>
          <p:nvPr>
            <p:ph type="ctrTitle"/>
          </p:nvPr>
        </p:nvSpPr>
        <p:spPr>
          <a:xfrm>
            <a:off x="914400" y="2130425"/>
            <a:ext cx="10363200" cy="1470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14" name="Google Shape;114;p14"/>
          <p:cNvSpPr txBox="1"/>
          <p:nvPr>
            <p:ph idx="1" type="subTitle"/>
          </p:nvPr>
        </p:nvSpPr>
        <p:spPr>
          <a:xfrm>
            <a:off x="1828800" y="3886200"/>
            <a:ext cx="8534400" cy="1752900"/>
          </a:xfrm>
          <a:prstGeom prst="rect">
            <a:avLst/>
          </a:prstGeom>
          <a:noFill/>
          <a:ln>
            <a:noFill/>
          </a:ln>
        </p:spPr>
        <p:txBody>
          <a:bodyPr anchorCtr="0" anchor="t" bIns="60925" lIns="121900" spcFirstLastPara="1" rIns="121900" wrap="square" tIns="60925">
            <a:noAutofit/>
          </a:bodyPr>
          <a:lstStyle>
            <a:lvl1pPr lvl="0" algn="ctr">
              <a:spcBef>
                <a:spcPts val="900"/>
              </a:spcBef>
              <a:spcAft>
                <a:spcPts val="0"/>
              </a:spcAft>
              <a:buClr>
                <a:srgbClr val="888888"/>
              </a:buClr>
              <a:buSzPts val="4300"/>
              <a:buNone/>
              <a:defRPr>
                <a:solidFill>
                  <a:srgbClr val="888888"/>
                </a:solidFill>
              </a:defRPr>
            </a:lvl1pPr>
            <a:lvl2pPr lvl="1" algn="ctr">
              <a:spcBef>
                <a:spcPts val="700"/>
              </a:spcBef>
              <a:spcAft>
                <a:spcPts val="0"/>
              </a:spcAft>
              <a:buClr>
                <a:srgbClr val="888888"/>
              </a:buClr>
              <a:buSzPts val="3700"/>
              <a:buNone/>
              <a:defRPr>
                <a:solidFill>
                  <a:srgbClr val="888888"/>
                </a:solidFill>
              </a:defRPr>
            </a:lvl2pPr>
            <a:lvl3pPr lvl="2" algn="ctr">
              <a:spcBef>
                <a:spcPts val="600"/>
              </a:spcBef>
              <a:spcAft>
                <a:spcPts val="0"/>
              </a:spcAft>
              <a:buClr>
                <a:srgbClr val="888888"/>
              </a:buClr>
              <a:buSzPts val="3200"/>
              <a:buNone/>
              <a:defRPr>
                <a:solidFill>
                  <a:srgbClr val="888888"/>
                </a:solidFill>
              </a:defRPr>
            </a:lvl3pPr>
            <a:lvl4pPr lvl="3" algn="ctr">
              <a:spcBef>
                <a:spcPts val="500"/>
              </a:spcBef>
              <a:spcAft>
                <a:spcPts val="0"/>
              </a:spcAft>
              <a:buClr>
                <a:srgbClr val="888888"/>
              </a:buClr>
              <a:buSzPts val="2700"/>
              <a:buNone/>
              <a:defRPr>
                <a:solidFill>
                  <a:srgbClr val="888888"/>
                </a:solidFill>
              </a:defRPr>
            </a:lvl4pPr>
            <a:lvl5pPr lvl="4" algn="ctr">
              <a:spcBef>
                <a:spcPts val="500"/>
              </a:spcBef>
              <a:spcAft>
                <a:spcPts val="0"/>
              </a:spcAft>
              <a:buClr>
                <a:srgbClr val="888888"/>
              </a:buClr>
              <a:buSzPts val="2700"/>
              <a:buNone/>
              <a:defRPr>
                <a:solidFill>
                  <a:srgbClr val="888888"/>
                </a:solidFill>
              </a:defRPr>
            </a:lvl5pPr>
            <a:lvl6pPr lvl="5" algn="ctr">
              <a:spcBef>
                <a:spcPts val="500"/>
              </a:spcBef>
              <a:spcAft>
                <a:spcPts val="0"/>
              </a:spcAft>
              <a:buClr>
                <a:srgbClr val="888888"/>
              </a:buClr>
              <a:buSzPts val="2700"/>
              <a:buNone/>
              <a:defRPr>
                <a:solidFill>
                  <a:srgbClr val="888888"/>
                </a:solidFill>
              </a:defRPr>
            </a:lvl6pPr>
            <a:lvl7pPr lvl="6" algn="ctr">
              <a:spcBef>
                <a:spcPts val="500"/>
              </a:spcBef>
              <a:spcAft>
                <a:spcPts val="0"/>
              </a:spcAft>
              <a:buClr>
                <a:srgbClr val="888888"/>
              </a:buClr>
              <a:buSzPts val="2700"/>
              <a:buNone/>
              <a:defRPr>
                <a:solidFill>
                  <a:srgbClr val="888888"/>
                </a:solidFill>
              </a:defRPr>
            </a:lvl7pPr>
            <a:lvl8pPr lvl="7" algn="ctr">
              <a:spcBef>
                <a:spcPts val="500"/>
              </a:spcBef>
              <a:spcAft>
                <a:spcPts val="0"/>
              </a:spcAft>
              <a:buClr>
                <a:srgbClr val="888888"/>
              </a:buClr>
              <a:buSzPts val="2700"/>
              <a:buNone/>
              <a:defRPr>
                <a:solidFill>
                  <a:srgbClr val="888888"/>
                </a:solidFill>
              </a:defRPr>
            </a:lvl8pPr>
            <a:lvl9pPr lvl="8" algn="ctr">
              <a:spcBef>
                <a:spcPts val="500"/>
              </a:spcBef>
              <a:spcAft>
                <a:spcPts val="0"/>
              </a:spcAft>
              <a:buClr>
                <a:srgbClr val="888888"/>
              </a:buClr>
              <a:buSzPts val="2700"/>
              <a:buNone/>
              <a:defRPr>
                <a:solidFill>
                  <a:srgbClr val="888888"/>
                </a:solidFill>
              </a:defRPr>
            </a:lvl9pPr>
          </a:lstStyle>
          <a:p/>
        </p:txBody>
      </p:sp>
      <p:sp>
        <p:nvSpPr>
          <p:cNvPr id="115" name="Google Shape;115;p14"/>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16" name="Google Shape;116;p14"/>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17" name="Google Shape;117;p14"/>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8" name="Shape 118"/>
        <p:cNvGrpSpPr/>
        <p:nvPr/>
      </p:nvGrpSpPr>
      <p:grpSpPr>
        <a:xfrm>
          <a:off x="0" y="0"/>
          <a:ext cx="0" cy="0"/>
          <a:chOff x="0" y="0"/>
          <a:chExt cx="0" cy="0"/>
        </a:xfrm>
      </p:grpSpPr>
      <p:sp>
        <p:nvSpPr>
          <p:cNvPr id="119" name="Google Shape;119;p15"/>
          <p:cNvSpPr txBox="1"/>
          <p:nvPr>
            <p:ph type="title"/>
          </p:nvPr>
        </p:nvSpPr>
        <p:spPr>
          <a:xfrm>
            <a:off x="609600" y="275167"/>
            <a:ext cx="10972800" cy="11433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20" name="Google Shape;120;p15"/>
          <p:cNvSpPr txBox="1"/>
          <p:nvPr>
            <p:ph idx="1" type="body"/>
          </p:nvPr>
        </p:nvSpPr>
        <p:spPr>
          <a:xfrm>
            <a:off x="609600" y="1600200"/>
            <a:ext cx="10972800" cy="4525500"/>
          </a:xfrm>
          <a:prstGeom prst="rect">
            <a:avLst/>
          </a:prstGeom>
          <a:noFill/>
          <a:ln>
            <a:noFill/>
          </a:ln>
        </p:spPr>
        <p:txBody>
          <a:bodyPr anchorCtr="0" anchor="t" bIns="60925" lIns="121900" spcFirstLastPara="1" rIns="121900" wrap="square" tIns="60925">
            <a:noAutofit/>
          </a:bodyPr>
          <a:lstStyle>
            <a:lvl1pPr indent="-381000" lvl="0" marL="457200" algn="l">
              <a:spcBef>
                <a:spcPts val="500"/>
              </a:spcBef>
              <a:spcAft>
                <a:spcPts val="0"/>
              </a:spcAft>
              <a:buClr>
                <a:schemeClr val="dk1"/>
              </a:buClr>
              <a:buSzPts val="2400"/>
              <a:buChar char="•"/>
              <a:defRPr/>
            </a:lvl1pPr>
            <a:lvl2pPr indent="-381000" lvl="1" marL="914400" algn="l">
              <a:spcBef>
                <a:spcPts val="500"/>
              </a:spcBef>
              <a:spcAft>
                <a:spcPts val="0"/>
              </a:spcAft>
              <a:buClr>
                <a:schemeClr val="dk1"/>
              </a:buClr>
              <a:buSzPts val="2400"/>
              <a:buChar char="–"/>
              <a:defRPr/>
            </a:lvl2pPr>
            <a:lvl3pPr indent="-381000" lvl="2" marL="1371600" algn="l">
              <a:spcBef>
                <a:spcPts val="500"/>
              </a:spcBef>
              <a:spcAft>
                <a:spcPts val="0"/>
              </a:spcAft>
              <a:buClr>
                <a:schemeClr val="dk1"/>
              </a:buClr>
              <a:buSzPts val="2400"/>
              <a:buChar char="•"/>
              <a:defRPr/>
            </a:lvl3pPr>
            <a:lvl4pPr indent="-381000" lvl="3" marL="1828800" algn="l">
              <a:spcBef>
                <a:spcPts val="500"/>
              </a:spcBef>
              <a:spcAft>
                <a:spcPts val="0"/>
              </a:spcAft>
              <a:buClr>
                <a:schemeClr val="dk1"/>
              </a:buClr>
              <a:buSzPts val="2400"/>
              <a:buChar char="–"/>
              <a:defRPr/>
            </a:lvl4pPr>
            <a:lvl5pPr indent="-381000" lvl="4" marL="2286000" algn="l">
              <a:spcBef>
                <a:spcPts val="500"/>
              </a:spcBef>
              <a:spcAft>
                <a:spcPts val="0"/>
              </a:spcAft>
              <a:buClr>
                <a:schemeClr val="dk1"/>
              </a:buClr>
              <a:buSzPts val="24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
        <p:nvSpPr>
          <p:cNvPr id="121" name="Google Shape;121;p15"/>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22" name="Google Shape;122;p15"/>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23" name="Google Shape;123;p15"/>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4" name="Shape 124"/>
        <p:cNvGrpSpPr/>
        <p:nvPr/>
      </p:nvGrpSpPr>
      <p:grpSpPr>
        <a:xfrm>
          <a:off x="0" y="0"/>
          <a:ext cx="0" cy="0"/>
          <a:chOff x="0" y="0"/>
          <a:chExt cx="0" cy="0"/>
        </a:xfrm>
      </p:grpSpPr>
      <p:sp>
        <p:nvSpPr>
          <p:cNvPr id="125" name="Google Shape;125;p16"/>
          <p:cNvSpPr txBox="1"/>
          <p:nvPr>
            <p:ph type="title"/>
          </p:nvPr>
        </p:nvSpPr>
        <p:spPr>
          <a:xfrm>
            <a:off x="963084" y="4406901"/>
            <a:ext cx="10363200" cy="1362000"/>
          </a:xfrm>
          <a:prstGeom prst="rect">
            <a:avLst/>
          </a:prstGeom>
          <a:noFill/>
          <a:ln>
            <a:noFill/>
          </a:ln>
        </p:spPr>
        <p:txBody>
          <a:bodyPr anchorCtr="0" anchor="t" bIns="60925" lIns="121900" spcFirstLastPara="1" rIns="121900" wrap="square" tIns="60925">
            <a:noAutofit/>
          </a:bodyPr>
          <a:lstStyle>
            <a:lvl1pPr lvl="0" algn="l">
              <a:spcBef>
                <a:spcPts val="0"/>
              </a:spcBef>
              <a:spcAft>
                <a:spcPts val="0"/>
              </a:spcAft>
              <a:buSzPts val="1900"/>
              <a:buNone/>
              <a:defRPr b="1" sz="5300" cap="none"/>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26" name="Google Shape;126;p16"/>
          <p:cNvSpPr txBox="1"/>
          <p:nvPr>
            <p:ph idx="1" type="body"/>
          </p:nvPr>
        </p:nvSpPr>
        <p:spPr>
          <a:xfrm>
            <a:off x="963084" y="2906713"/>
            <a:ext cx="10363200" cy="1500000"/>
          </a:xfrm>
          <a:prstGeom prst="rect">
            <a:avLst/>
          </a:prstGeom>
          <a:noFill/>
          <a:ln>
            <a:noFill/>
          </a:ln>
        </p:spPr>
        <p:txBody>
          <a:bodyPr anchorCtr="0" anchor="b" bIns="60925" lIns="121900" spcFirstLastPara="1" rIns="121900" wrap="square" tIns="60925">
            <a:noAutofit/>
          </a:bodyPr>
          <a:lstStyle>
            <a:lvl1pPr indent="-228600" lvl="0" marL="457200" algn="l">
              <a:spcBef>
                <a:spcPts val="500"/>
              </a:spcBef>
              <a:spcAft>
                <a:spcPts val="0"/>
              </a:spcAft>
              <a:buClr>
                <a:srgbClr val="888888"/>
              </a:buClr>
              <a:buSzPts val="2700"/>
              <a:buNone/>
              <a:defRPr sz="2700">
                <a:solidFill>
                  <a:srgbClr val="888888"/>
                </a:solidFill>
              </a:defRPr>
            </a:lvl1pPr>
            <a:lvl2pPr indent="-228600" lvl="1" marL="914400" algn="l">
              <a:spcBef>
                <a:spcPts val="500"/>
              </a:spcBef>
              <a:spcAft>
                <a:spcPts val="0"/>
              </a:spcAft>
              <a:buClr>
                <a:srgbClr val="888888"/>
              </a:buClr>
              <a:buSzPts val="2400"/>
              <a:buNone/>
              <a:defRPr sz="2400">
                <a:solidFill>
                  <a:srgbClr val="888888"/>
                </a:solidFill>
              </a:defRPr>
            </a:lvl2pPr>
            <a:lvl3pPr indent="-228600" lvl="2" marL="1371600" algn="l">
              <a:spcBef>
                <a:spcPts val="400"/>
              </a:spcBef>
              <a:spcAft>
                <a:spcPts val="0"/>
              </a:spcAft>
              <a:buClr>
                <a:srgbClr val="888888"/>
              </a:buClr>
              <a:buSzPts val="2100"/>
              <a:buNone/>
              <a:defRPr sz="2100">
                <a:solidFill>
                  <a:srgbClr val="888888"/>
                </a:solidFill>
              </a:defRPr>
            </a:lvl3pPr>
            <a:lvl4pPr indent="-228600" lvl="3" marL="1828800" algn="l">
              <a:spcBef>
                <a:spcPts val="400"/>
              </a:spcBef>
              <a:spcAft>
                <a:spcPts val="0"/>
              </a:spcAft>
              <a:buClr>
                <a:srgbClr val="888888"/>
              </a:buClr>
              <a:buSzPts val="1900"/>
              <a:buNone/>
              <a:defRPr sz="1900">
                <a:solidFill>
                  <a:srgbClr val="888888"/>
                </a:solidFill>
              </a:defRPr>
            </a:lvl4pPr>
            <a:lvl5pPr indent="-228600" lvl="4" marL="2286000" algn="l">
              <a:spcBef>
                <a:spcPts val="400"/>
              </a:spcBef>
              <a:spcAft>
                <a:spcPts val="0"/>
              </a:spcAft>
              <a:buClr>
                <a:srgbClr val="888888"/>
              </a:buClr>
              <a:buSzPts val="1900"/>
              <a:buNone/>
              <a:defRPr sz="1900">
                <a:solidFill>
                  <a:srgbClr val="888888"/>
                </a:solidFill>
              </a:defRPr>
            </a:lvl5pPr>
            <a:lvl6pPr indent="-228600" lvl="5" marL="2743200" algn="l">
              <a:spcBef>
                <a:spcPts val="400"/>
              </a:spcBef>
              <a:spcAft>
                <a:spcPts val="0"/>
              </a:spcAft>
              <a:buClr>
                <a:srgbClr val="888888"/>
              </a:buClr>
              <a:buSzPts val="1900"/>
              <a:buNone/>
              <a:defRPr sz="1900">
                <a:solidFill>
                  <a:srgbClr val="888888"/>
                </a:solidFill>
              </a:defRPr>
            </a:lvl6pPr>
            <a:lvl7pPr indent="-228600" lvl="6" marL="3200400" algn="l">
              <a:spcBef>
                <a:spcPts val="400"/>
              </a:spcBef>
              <a:spcAft>
                <a:spcPts val="0"/>
              </a:spcAft>
              <a:buClr>
                <a:srgbClr val="888888"/>
              </a:buClr>
              <a:buSzPts val="1900"/>
              <a:buNone/>
              <a:defRPr sz="1900">
                <a:solidFill>
                  <a:srgbClr val="888888"/>
                </a:solidFill>
              </a:defRPr>
            </a:lvl7pPr>
            <a:lvl8pPr indent="-228600" lvl="7" marL="3657600" algn="l">
              <a:spcBef>
                <a:spcPts val="400"/>
              </a:spcBef>
              <a:spcAft>
                <a:spcPts val="0"/>
              </a:spcAft>
              <a:buClr>
                <a:srgbClr val="888888"/>
              </a:buClr>
              <a:buSzPts val="1900"/>
              <a:buNone/>
              <a:defRPr sz="1900">
                <a:solidFill>
                  <a:srgbClr val="888888"/>
                </a:solidFill>
              </a:defRPr>
            </a:lvl8pPr>
            <a:lvl9pPr indent="-228600" lvl="8" marL="4114800" algn="l">
              <a:spcBef>
                <a:spcPts val="400"/>
              </a:spcBef>
              <a:spcAft>
                <a:spcPts val="0"/>
              </a:spcAft>
              <a:buClr>
                <a:srgbClr val="888888"/>
              </a:buClr>
              <a:buSzPts val="1900"/>
              <a:buNone/>
              <a:defRPr sz="1900">
                <a:solidFill>
                  <a:srgbClr val="888888"/>
                </a:solidFill>
              </a:defRPr>
            </a:lvl9pPr>
          </a:lstStyle>
          <a:p/>
        </p:txBody>
      </p:sp>
      <p:sp>
        <p:nvSpPr>
          <p:cNvPr id="127" name="Google Shape;127;p16"/>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28" name="Google Shape;128;p16"/>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29" name="Google Shape;129;p16"/>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0" name="Shape 130"/>
        <p:cNvGrpSpPr/>
        <p:nvPr/>
      </p:nvGrpSpPr>
      <p:grpSpPr>
        <a:xfrm>
          <a:off x="0" y="0"/>
          <a:ext cx="0" cy="0"/>
          <a:chOff x="0" y="0"/>
          <a:chExt cx="0" cy="0"/>
        </a:xfrm>
      </p:grpSpPr>
      <p:sp>
        <p:nvSpPr>
          <p:cNvPr id="131" name="Google Shape;131;p17"/>
          <p:cNvSpPr txBox="1"/>
          <p:nvPr>
            <p:ph type="title"/>
          </p:nvPr>
        </p:nvSpPr>
        <p:spPr>
          <a:xfrm>
            <a:off x="609600" y="275167"/>
            <a:ext cx="10972800" cy="11433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32" name="Google Shape;132;p17"/>
          <p:cNvSpPr txBox="1"/>
          <p:nvPr>
            <p:ph idx="1" type="body"/>
          </p:nvPr>
        </p:nvSpPr>
        <p:spPr>
          <a:xfrm>
            <a:off x="609600" y="1200151"/>
            <a:ext cx="5384700" cy="3393900"/>
          </a:xfrm>
          <a:prstGeom prst="rect">
            <a:avLst/>
          </a:prstGeom>
          <a:noFill/>
          <a:ln>
            <a:noFill/>
          </a:ln>
        </p:spPr>
        <p:txBody>
          <a:bodyPr anchorCtr="0" anchor="t" bIns="60925" lIns="121900" spcFirstLastPara="1" rIns="121900" wrap="square" tIns="60925">
            <a:noAutofit/>
          </a:bodyPr>
          <a:lstStyle>
            <a:lvl1pPr indent="-463550" lvl="0" marL="457200" algn="l">
              <a:spcBef>
                <a:spcPts val="700"/>
              </a:spcBef>
              <a:spcAft>
                <a:spcPts val="0"/>
              </a:spcAft>
              <a:buClr>
                <a:schemeClr val="dk1"/>
              </a:buClr>
              <a:buSzPts val="3700"/>
              <a:buChar char="•"/>
              <a:defRPr sz="3700"/>
            </a:lvl1pPr>
            <a:lvl2pPr indent="-431800" lvl="1" marL="914400" algn="l">
              <a:spcBef>
                <a:spcPts val="600"/>
              </a:spcBef>
              <a:spcAft>
                <a:spcPts val="0"/>
              </a:spcAft>
              <a:buClr>
                <a:schemeClr val="dk1"/>
              </a:buClr>
              <a:buSzPts val="3200"/>
              <a:buChar char="–"/>
              <a:defRPr sz="3200"/>
            </a:lvl2pPr>
            <a:lvl3pPr indent="-400050" lvl="2" marL="1371600" algn="l">
              <a:spcBef>
                <a:spcPts val="500"/>
              </a:spcBef>
              <a:spcAft>
                <a:spcPts val="0"/>
              </a:spcAft>
              <a:buClr>
                <a:schemeClr val="dk1"/>
              </a:buClr>
              <a:buSzPts val="2700"/>
              <a:buChar char="•"/>
              <a:defRPr sz="2700"/>
            </a:lvl3pPr>
            <a:lvl4pPr indent="-381000" lvl="3" marL="1828800" algn="l">
              <a:spcBef>
                <a:spcPts val="500"/>
              </a:spcBef>
              <a:spcAft>
                <a:spcPts val="0"/>
              </a:spcAft>
              <a:buClr>
                <a:schemeClr val="dk1"/>
              </a:buClr>
              <a:buSzPts val="2400"/>
              <a:buChar char="–"/>
              <a:defRPr sz="2400"/>
            </a:lvl4pPr>
            <a:lvl5pPr indent="-381000" lvl="4" marL="2286000" algn="l">
              <a:spcBef>
                <a:spcPts val="500"/>
              </a:spcBef>
              <a:spcAft>
                <a:spcPts val="0"/>
              </a:spcAft>
              <a:buClr>
                <a:schemeClr val="dk1"/>
              </a:buClr>
              <a:buSzPts val="2400"/>
              <a:buChar char="»"/>
              <a:defRPr sz="2400"/>
            </a:lvl5pPr>
            <a:lvl6pPr indent="-381000" lvl="5" marL="2743200" algn="l">
              <a:spcBef>
                <a:spcPts val="500"/>
              </a:spcBef>
              <a:spcAft>
                <a:spcPts val="0"/>
              </a:spcAft>
              <a:buClr>
                <a:schemeClr val="dk1"/>
              </a:buClr>
              <a:buSzPts val="2400"/>
              <a:buChar char="•"/>
              <a:defRPr sz="2400"/>
            </a:lvl6pPr>
            <a:lvl7pPr indent="-381000" lvl="6" marL="3200400" algn="l">
              <a:spcBef>
                <a:spcPts val="500"/>
              </a:spcBef>
              <a:spcAft>
                <a:spcPts val="0"/>
              </a:spcAft>
              <a:buClr>
                <a:schemeClr val="dk1"/>
              </a:buClr>
              <a:buSzPts val="2400"/>
              <a:buChar char="•"/>
              <a:defRPr sz="2400"/>
            </a:lvl7pPr>
            <a:lvl8pPr indent="-381000" lvl="7" marL="3657600" algn="l">
              <a:spcBef>
                <a:spcPts val="500"/>
              </a:spcBef>
              <a:spcAft>
                <a:spcPts val="0"/>
              </a:spcAft>
              <a:buClr>
                <a:schemeClr val="dk1"/>
              </a:buClr>
              <a:buSzPts val="2400"/>
              <a:buChar char="•"/>
              <a:defRPr sz="2400"/>
            </a:lvl8pPr>
            <a:lvl9pPr indent="-381000" lvl="8" marL="4114800" algn="l">
              <a:spcBef>
                <a:spcPts val="500"/>
              </a:spcBef>
              <a:spcAft>
                <a:spcPts val="0"/>
              </a:spcAft>
              <a:buClr>
                <a:schemeClr val="dk1"/>
              </a:buClr>
              <a:buSzPts val="2400"/>
              <a:buChar char="•"/>
              <a:defRPr sz="2400"/>
            </a:lvl9pPr>
          </a:lstStyle>
          <a:p/>
        </p:txBody>
      </p:sp>
      <p:sp>
        <p:nvSpPr>
          <p:cNvPr id="133" name="Google Shape;133;p17"/>
          <p:cNvSpPr txBox="1"/>
          <p:nvPr>
            <p:ph idx="2" type="body"/>
          </p:nvPr>
        </p:nvSpPr>
        <p:spPr>
          <a:xfrm>
            <a:off x="6197600" y="1200151"/>
            <a:ext cx="5384700" cy="3393900"/>
          </a:xfrm>
          <a:prstGeom prst="rect">
            <a:avLst/>
          </a:prstGeom>
          <a:noFill/>
          <a:ln>
            <a:noFill/>
          </a:ln>
        </p:spPr>
        <p:txBody>
          <a:bodyPr anchorCtr="0" anchor="t" bIns="60925" lIns="121900" spcFirstLastPara="1" rIns="121900" wrap="square" tIns="60925">
            <a:noAutofit/>
          </a:bodyPr>
          <a:lstStyle>
            <a:lvl1pPr indent="-463550" lvl="0" marL="457200" algn="l">
              <a:spcBef>
                <a:spcPts val="700"/>
              </a:spcBef>
              <a:spcAft>
                <a:spcPts val="0"/>
              </a:spcAft>
              <a:buClr>
                <a:schemeClr val="dk1"/>
              </a:buClr>
              <a:buSzPts val="3700"/>
              <a:buChar char="•"/>
              <a:defRPr sz="3700"/>
            </a:lvl1pPr>
            <a:lvl2pPr indent="-431800" lvl="1" marL="914400" algn="l">
              <a:spcBef>
                <a:spcPts val="600"/>
              </a:spcBef>
              <a:spcAft>
                <a:spcPts val="0"/>
              </a:spcAft>
              <a:buClr>
                <a:schemeClr val="dk1"/>
              </a:buClr>
              <a:buSzPts val="3200"/>
              <a:buChar char="–"/>
              <a:defRPr sz="3200"/>
            </a:lvl2pPr>
            <a:lvl3pPr indent="-400050" lvl="2" marL="1371600" algn="l">
              <a:spcBef>
                <a:spcPts val="500"/>
              </a:spcBef>
              <a:spcAft>
                <a:spcPts val="0"/>
              </a:spcAft>
              <a:buClr>
                <a:schemeClr val="dk1"/>
              </a:buClr>
              <a:buSzPts val="2700"/>
              <a:buChar char="•"/>
              <a:defRPr sz="2700"/>
            </a:lvl3pPr>
            <a:lvl4pPr indent="-381000" lvl="3" marL="1828800" algn="l">
              <a:spcBef>
                <a:spcPts val="500"/>
              </a:spcBef>
              <a:spcAft>
                <a:spcPts val="0"/>
              </a:spcAft>
              <a:buClr>
                <a:schemeClr val="dk1"/>
              </a:buClr>
              <a:buSzPts val="2400"/>
              <a:buChar char="–"/>
              <a:defRPr sz="2400"/>
            </a:lvl4pPr>
            <a:lvl5pPr indent="-381000" lvl="4" marL="2286000" algn="l">
              <a:spcBef>
                <a:spcPts val="500"/>
              </a:spcBef>
              <a:spcAft>
                <a:spcPts val="0"/>
              </a:spcAft>
              <a:buClr>
                <a:schemeClr val="dk1"/>
              </a:buClr>
              <a:buSzPts val="2400"/>
              <a:buChar char="»"/>
              <a:defRPr sz="2400"/>
            </a:lvl5pPr>
            <a:lvl6pPr indent="-381000" lvl="5" marL="2743200" algn="l">
              <a:spcBef>
                <a:spcPts val="500"/>
              </a:spcBef>
              <a:spcAft>
                <a:spcPts val="0"/>
              </a:spcAft>
              <a:buClr>
                <a:schemeClr val="dk1"/>
              </a:buClr>
              <a:buSzPts val="2400"/>
              <a:buChar char="•"/>
              <a:defRPr sz="2400"/>
            </a:lvl6pPr>
            <a:lvl7pPr indent="-381000" lvl="6" marL="3200400" algn="l">
              <a:spcBef>
                <a:spcPts val="500"/>
              </a:spcBef>
              <a:spcAft>
                <a:spcPts val="0"/>
              </a:spcAft>
              <a:buClr>
                <a:schemeClr val="dk1"/>
              </a:buClr>
              <a:buSzPts val="2400"/>
              <a:buChar char="•"/>
              <a:defRPr sz="2400"/>
            </a:lvl7pPr>
            <a:lvl8pPr indent="-381000" lvl="7" marL="3657600" algn="l">
              <a:spcBef>
                <a:spcPts val="500"/>
              </a:spcBef>
              <a:spcAft>
                <a:spcPts val="0"/>
              </a:spcAft>
              <a:buClr>
                <a:schemeClr val="dk1"/>
              </a:buClr>
              <a:buSzPts val="2400"/>
              <a:buChar char="•"/>
              <a:defRPr sz="2400"/>
            </a:lvl8pPr>
            <a:lvl9pPr indent="-381000" lvl="8" marL="4114800" algn="l">
              <a:spcBef>
                <a:spcPts val="500"/>
              </a:spcBef>
              <a:spcAft>
                <a:spcPts val="0"/>
              </a:spcAft>
              <a:buClr>
                <a:schemeClr val="dk1"/>
              </a:buClr>
              <a:buSzPts val="2400"/>
              <a:buChar char="•"/>
              <a:defRPr sz="2400"/>
            </a:lvl9pPr>
          </a:lstStyle>
          <a:p/>
        </p:txBody>
      </p:sp>
      <p:sp>
        <p:nvSpPr>
          <p:cNvPr id="134" name="Google Shape;134;p17"/>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35" name="Google Shape;135;p17"/>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36" name="Google Shape;136;p17"/>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7" name="Shape 137"/>
        <p:cNvGrpSpPr/>
        <p:nvPr/>
      </p:nvGrpSpPr>
      <p:grpSpPr>
        <a:xfrm>
          <a:off x="0" y="0"/>
          <a:ext cx="0" cy="0"/>
          <a:chOff x="0" y="0"/>
          <a:chExt cx="0" cy="0"/>
        </a:xfrm>
      </p:grpSpPr>
      <p:sp>
        <p:nvSpPr>
          <p:cNvPr id="138" name="Google Shape;138;p18"/>
          <p:cNvSpPr txBox="1"/>
          <p:nvPr>
            <p:ph type="title"/>
          </p:nvPr>
        </p:nvSpPr>
        <p:spPr>
          <a:xfrm>
            <a:off x="609600" y="274639"/>
            <a:ext cx="10972800" cy="11433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39" name="Google Shape;139;p18"/>
          <p:cNvSpPr txBox="1"/>
          <p:nvPr>
            <p:ph idx="1" type="body"/>
          </p:nvPr>
        </p:nvSpPr>
        <p:spPr>
          <a:xfrm>
            <a:off x="609600" y="1535113"/>
            <a:ext cx="5386800" cy="639600"/>
          </a:xfrm>
          <a:prstGeom prst="rect">
            <a:avLst/>
          </a:prstGeom>
          <a:noFill/>
          <a:ln>
            <a:noFill/>
          </a:ln>
        </p:spPr>
        <p:txBody>
          <a:bodyPr anchorCtr="0" anchor="b" bIns="60925" lIns="121900" spcFirstLastPara="1" rIns="121900" wrap="square" tIns="60925">
            <a:noAutofit/>
          </a:bodyPr>
          <a:lstStyle>
            <a:lvl1pPr indent="-228600" lvl="0" marL="457200" algn="l">
              <a:spcBef>
                <a:spcPts val="600"/>
              </a:spcBef>
              <a:spcAft>
                <a:spcPts val="0"/>
              </a:spcAft>
              <a:buClr>
                <a:schemeClr val="dk1"/>
              </a:buClr>
              <a:buSzPts val="3200"/>
              <a:buNone/>
              <a:defRPr b="1" sz="3200"/>
            </a:lvl1pPr>
            <a:lvl2pPr indent="-228600" lvl="1" marL="914400" algn="l">
              <a:spcBef>
                <a:spcPts val="500"/>
              </a:spcBef>
              <a:spcAft>
                <a:spcPts val="0"/>
              </a:spcAft>
              <a:buClr>
                <a:schemeClr val="dk1"/>
              </a:buClr>
              <a:buSzPts val="2700"/>
              <a:buNone/>
              <a:defRPr b="1" sz="2700"/>
            </a:lvl2pPr>
            <a:lvl3pPr indent="-228600" lvl="2" marL="1371600" algn="l">
              <a:spcBef>
                <a:spcPts val="500"/>
              </a:spcBef>
              <a:spcAft>
                <a:spcPts val="0"/>
              </a:spcAft>
              <a:buClr>
                <a:schemeClr val="dk1"/>
              </a:buClr>
              <a:buSzPts val="2400"/>
              <a:buNone/>
              <a:defRPr b="1" sz="2400"/>
            </a:lvl3pPr>
            <a:lvl4pPr indent="-228600" lvl="3" marL="1828800" algn="l">
              <a:spcBef>
                <a:spcPts val="400"/>
              </a:spcBef>
              <a:spcAft>
                <a:spcPts val="0"/>
              </a:spcAft>
              <a:buClr>
                <a:schemeClr val="dk1"/>
              </a:buClr>
              <a:buSzPts val="2100"/>
              <a:buNone/>
              <a:defRPr b="1" sz="2100"/>
            </a:lvl4pPr>
            <a:lvl5pPr indent="-228600" lvl="4" marL="2286000" algn="l">
              <a:spcBef>
                <a:spcPts val="400"/>
              </a:spcBef>
              <a:spcAft>
                <a:spcPts val="0"/>
              </a:spcAft>
              <a:buClr>
                <a:schemeClr val="dk1"/>
              </a:buClr>
              <a:buSzPts val="2100"/>
              <a:buNone/>
              <a:defRPr b="1" sz="2100"/>
            </a:lvl5pPr>
            <a:lvl6pPr indent="-228600" lvl="5" marL="2743200" algn="l">
              <a:spcBef>
                <a:spcPts val="400"/>
              </a:spcBef>
              <a:spcAft>
                <a:spcPts val="0"/>
              </a:spcAft>
              <a:buClr>
                <a:schemeClr val="dk1"/>
              </a:buClr>
              <a:buSzPts val="2100"/>
              <a:buNone/>
              <a:defRPr b="1" sz="2100"/>
            </a:lvl6pPr>
            <a:lvl7pPr indent="-228600" lvl="6" marL="3200400" algn="l">
              <a:spcBef>
                <a:spcPts val="400"/>
              </a:spcBef>
              <a:spcAft>
                <a:spcPts val="0"/>
              </a:spcAft>
              <a:buClr>
                <a:schemeClr val="dk1"/>
              </a:buClr>
              <a:buSzPts val="2100"/>
              <a:buNone/>
              <a:defRPr b="1" sz="2100"/>
            </a:lvl7pPr>
            <a:lvl8pPr indent="-228600" lvl="7" marL="3657600" algn="l">
              <a:spcBef>
                <a:spcPts val="400"/>
              </a:spcBef>
              <a:spcAft>
                <a:spcPts val="0"/>
              </a:spcAft>
              <a:buClr>
                <a:schemeClr val="dk1"/>
              </a:buClr>
              <a:buSzPts val="2100"/>
              <a:buNone/>
              <a:defRPr b="1" sz="2100"/>
            </a:lvl8pPr>
            <a:lvl9pPr indent="-228600" lvl="8" marL="4114800" algn="l">
              <a:spcBef>
                <a:spcPts val="400"/>
              </a:spcBef>
              <a:spcAft>
                <a:spcPts val="0"/>
              </a:spcAft>
              <a:buClr>
                <a:schemeClr val="dk1"/>
              </a:buClr>
              <a:buSzPts val="2100"/>
              <a:buNone/>
              <a:defRPr b="1" sz="2100"/>
            </a:lvl9pPr>
          </a:lstStyle>
          <a:p/>
        </p:txBody>
      </p:sp>
      <p:sp>
        <p:nvSpPr>
          <p:cNvPr id="140" name="Google Shape;140;p18"/>
          <p:cNvSpPr txBox="1"/>
          <p:nvPr>
            <p:ph idx="2" type="body"/>
          </p:nvPr>
        </p:nvSpPr>
        <p:spPr>
          <a:xfrm>
            <a:off x="609600" y="2174875"/>
            <a:ext cx="5386800" cy="3951300"/>
          </a:xfrm>
          <a:prstGeom prst="rect">
            <a:avLst/>
          </a:prstGeom>
          <a:noFill/>
          <a:ln>
            <a:noFill/>
          </a:ln>
        </p:spPr>
        <p:txBody>
          <a:bodyPr anchorCtr="0" anchor="t" bIns="60925" lIns="121900" spcFirstLastPara="1" rIns="121900" wrap="square" tIns="60925">
            <a:noAutofit/>
          </a:bodyPr>
          <a:lstStyle>
            <a:lvl1pPr indent="-431800" lvl="0" marL="457200" algn="l">
              <a:spcBef>
                <a:spcPts val="600"/>
              </a:spcBef>
              <a:spcAft>
                <a:spcPts val="0"/>
              </a:spcAft>
              <a:buClr>
                <a:schemeClr val="dk1"/>
              </a:buClr>
              <a:buSzPts val="3200"/>
              <a:buChar char="•"/>
              <a:defRPr sz="3200"/>
            </a:lvl1pPr>
            <a:lvl2pPr indent="-400050" lvl="1" marL="914400" algn="l">
              <a:spcBef>
                <a:spcPts val="500"/>
              </a:spcBef>
              <a:spcAft>
                <a:spcPts val="0"/>
              </a:spcAft>
              <a:buClr>
                <a:schemeClr val="dk1"/>
              </a:buClr>
              <a:buSzPts val="2700"/>
              <a:buChar char="–"/>
              <a:defRPr sz="2700"/>
            </a:lvl2pPr>
            <a:lvl3pPr indent="-381000" lvl="2" marL="1371600" algn="l">
              <a:spcBef>
                <a:spcPts val="500"/>
              </a:spcBef>
              <a:spcAft>
                <a:spcPts val="0"/>
              </a:spcAft>
              <a:buClr>
                <a:schemeClr val="dk1"/>
              </a:buClr>
              <a:buSzPts val="2400"/>
              <a:buChar char="•"/>
              <a:defRPr sz="2400"/>
            </a:lvl3pPr>
            <a:lvl4pPr indent="-361950" lvl="3" marL="1828800" algn="l">
              <a:spcBef>
                <a:spcPts val="400"/>
              </a:spcBef>
              <a:spcAft>
                <a:spcPts val="0"/>
              </a:spcAft>
              <a:buClr>
                <a:schemeClr val="dk1"/>
              </a:buClr>
              <a:buSzPts val="2100"/>
              <a:buChar char="–"/>
              <a:defRPr sz="2100"/>
            </a:lvl4pPr>
            <a:lvl5pPr indent="-361950" lvl="4" marL="2286000" algn="l">
              <a:spcBef>
                <a:spcPts val="400"/>
              </a:spcBef>
              <a:spcAft>
                <a:spcPts val="0"/>
              </a:spcAft>
              <a:buClr>
                <a:schemeClr val="dk1"/>
              </a:buClr>
              <a:buSzPts val="2100"/>
              <a:buChar char="»"/>
              <a:defRPr sz="2100"/>
            </a:lvl5pPr>
            <a:lvl6pPr indent="-361950" lvl="5" marL="2743200" algn="l">
              <a:spcBef>
                <a:spcPts val="400"/>
              </a:spcBef>
              <a:spcAft>
                <a:spcPts val="0"/>
              </a:spcAft>
              <a:buClr>
                <a:schemeClr val="dk1"/>
              </a:buClr>
              <a:buSzPts val="2100"/>
              <a:buChar char="•"/>
              <a:defRPr sz="2100"/>
            </a:lvl6pPr>
            <a:lvl7pPr indent="-361950" lvl="6" marL="3200400" algn="l">
              <a:spcBef>
                <a:spcPts val="400"/>
              </a:spcBef>
              <a:spcAft>
                <a:spcPts val="0"/>
              </a:spcAft>
              <a:buClr>
                <a:schemeClr val="dk1"/>
              </a:buClr>
              <a:buSzPts val="2100"/>
              <a:buChar char="•"/>
              <a:defRPr sz="2100"/>
            </a:lvl7pPr>
            <a:lvl8pPr indent="-361950" lvl="7" marL="3657600" algn="l">
              <a:spcBef>
                <a:spcPts val="400"/>
              </a:spcBef>
              <a:spcAft>
                <a:spcPts val="0"/>
              </a:spcAft>
              <a:buClr>
                <a:schemeClr val="dk1"/>
              </a:buClr>
              <a:buSzPts val="2100"/>
              <a:buChar char="•"/>
              <a:defRPr sz="2100"/>
            </a:lvl8pPr>
            <a:lvl9pPr indent="-361950" lvl="8" marL="4114800" algn="l">
              <a:spcBef>
                <a:spcPts val="400"/>
              </a:spcBef>
              <a:spcAft>
                <a:spcPts val="0"/>
              </a:spcAft>
              <a:buClr>
                <a:schemeClr val="dk1"/>
              </a:buClr>
              <a:buSzPts val="2100"/>
              <a:buChar char="•"/>
              <a:defRPr sz="2100"/>
            </a:lvl9pPr>
          </a:lstStyle>
          <a:p/>
        </p:txBody>
      </p:sp>
      <p:sp>
        <p:nvSpPr>
          <p:cNvPr id="141" name="Google Shape;141;p18"/>
          <p:cNvSpPr txBox="1"/>
          <p:nvPr>
            <p:ph idx="3" type="body"/>
          </p:nvPr>
        </p:nvSpPr>
        <p:spPr>
          <a:xfrm>
            <a:off x="6193368" y="1535113"/>
            <a:ext cx="5389200" cy="639600"/>
          </a:xfrm>
          <a:prstGeom prst="rect">
            <a:avLst/>
          </a:prstGeom>
          <a:noFill/>
          <a:ln>
            <a:noFill/>
          </a:ln>
        </p:spPr>
        <p:txBody>
          <a:bodyPr anchorCtr="0" anchor="b" bIns="60925" lIns="121900" spcFirstLastPara="1" rIns="121900" wrap="square" tIns="60925">
            <a:noAutofit/>
          </a:bodyPr>
          <a:lstStyle>
            <a:lvl1pPr indent="-228600" lvl="0" marL="457200" algn="l">
              <a:spcBef>
                <a:spcPts val="600"/>
              </a:spcBef>
              <a:spcAft>
                <a:spcPts val="0"/>
              </a:spcAft>
              <a:buClr>
                <a:schemeClr val="dk1"/>
              </a:buClr>
              <a:buSzPts val="3200"/>
              <a:buNone/>
              <a:defRPr b="1" sz="3200"/>
            </a:lvl1pPr>
            <a:lvl2pPr indent="-228600" lvl="1" marL="914400" algn="l">
              <a:spcBef>
                <a:spcPts val="500"/>
              </a:spcBef>
              <a:spcAft>
                <a:spcPts val="0"/>
              </a:spcAft>
              <a:buClr>
                <a:schemeClr val="dk1"/>
              </a:buClr>
              <a:buSzPts val="2700"/>
              <a:buNone/>
              <a:defRPr b="1" sz="2700"/>
            </a:lvl2pPr>
            <a:lvl3pPr indent="-228600" lvl="2" marL="1371600" algn="l">
              <a:spcBef>
                <a:spcPts val="500"/>
              </a:spcBef>
              <a:spcAft>
                <a:spcPts val="0"/>
              </a:spcAft>
              <a:buClr>
                <a:schemeClr val="dk1"/>
              </a:buClr>
              <a:buSzPts val="2400"/>
              <a:buNone/>
              <a:defRPr b="1" sz="2400"/>
            </a:lvl3pPr>
            <a:lvl4pPr indent="-228600" lvl="3" marL="1828800" algn="l">
              <a:spcBef>
                <a:spcPts val="400"/>
              </a:spcBef>
              <a:spcAft>
                <a:spcPts val="0"/>
              </a:spcAft>
              <a:buClr>
                <a:schemeClr val="dk1"/>
              </a:buClr>
              <a:buSzPts val="2100"/>
              <a:buNone/>
              <a:defRPr b="1" sz="2100"/>
            </a:lvl4pPr>
            <a:lvl5pPr indent="-228600" lvl="4" marL="2286000" algn="l">
              <a:spcBef>
                <a:spcPts val="400"/>
              </a:spcBef>
              <a:spcAft>
                <a:spcPts val="0"/>
              </a:spcAft>
              <a:buClr>
                <a:schemeClr val="dk1"/>
              </a:buClr>
              <a:buSzPts val="2100"/>
              <a:buNone/>
              <a:defRPr b="1" sz="2100"/>
            </a:lvl5pPr>
            <a:lvl6pPr indent="-228600" lvl="5" marL="2743200" algn="l">
              <a:spcBef>
                <a:spcPts val="400"/>
              </a:spcBef>
              <a:spcAft>
                <a:spcPts val="0"/>
              </a:spcAft>
              <a:buClr>
                <a:schemeClr val="dk1"/>
              </a:buClr>
              <a:buSzPts val="2100"/>
              <a:buNone/>
              <a:defRPr b="1" sz="2100"/>
            </a:lvl6pPr>
            <a:lvl7pPr indent="-228600" lvl="6" marL="3200400" algn="l">
              <a:spcBef>
                <a:spcPts val="400"/>
              </a:spcBef>
              <a:spcAft>
                <a:spcPts val="0"/>
              </a:spcAft>
              <a:buClr>
                <a:schemeClr val="dk1"/>
              </a:buClr>
              <a:buSzPts val="2100"/>
              <a:buNone/>
              <a:defRPr b="1" sz="2100"/>
            </a:lvl7pPr>
            <a:lvl8pPr indent="-228600" lvl="7" marL="3657600" algn="l">
              <a:spcBef>
                <a:spcPts val="400"/>
              </a:spcBef>
              <a:spcAft>
                <a:spcPts val="0"/>
              </a:spcAft>
              <a:buClr>
                <a:schemeClr val="dk1"/>
              </a:buClr>
              <a:buSzPts val="2100"/>
              <a:buNone/>
              <a:defRPr b="1" sz="2100"/>
            </a:lvl8pPr>
            <a:lvl9pPr indent="-228600" lvl="8" marL="4114800" algn="l">
              <a:spcBef>
                <a:spcPts val="400"/>
              </a:spcBef>
              <a:spcAft>
                <a:spcPts val="0"/>
              </a:spcAft>
              <a:buClr>
                <a:schemeClr val="dk1"/>
              </a:buClr>
              <a:buSzPts val="2100"/>
              <a:buNone/>
              <a:defRPr b="1" sz="2100"/>
            </a:lvl9pPr>
          </a:lstStyle>
          <a:p/>
        </p:txBody>
      </p:sp>
      <p:sp>
        <p:nvSpPr>
          <p:cNvPr id="142" name="Google Shape;142;p18"/>
          <p:cNvSpPr txBox="1"/>
          <p:nvPr>
            <p:ph idx="4" type="body"/>
          </p:nvPr>
        </p:nvSpPr>
        <p:spPr>
          <a:xfrm>
            <a:off x="6193368" y="2174875"/>
            <a:ext cx="5389200" cy="3951300"/>
          </a:xfrm>
          <a:prstGeom prst="rect">
            <a:avLst/>
          </a:prstGeom>
          <a:noFill/>
          <a:ln>
            <a:noFill/>
          </a:ln>
        </p:spPr>
        <p:txBody>
          <a:bodyPr anchorCtr="0" anchor="t" bIns="60925" lIns="121900" spcFirstLastPara="1" rIns="121900" wrap="square" tIns="60925">
            <a:noAutofit/>
          </a:bodyPr>
          <a:lstStyle>
            <a:lvl1pPr indent="-431800" lvl="0" marL="457200" algn="l">
              <a:spcBef>
                <a:spcPts val="600"/>
              </a:spcBef>
              <a:spcAft>
                <a:spcPts val="0"/>
              </a:spcAft>
              <a:buClr>
                <a:schemeClr val="dk1"/>
              </a:buClr>
              <a:buSzPts val="3200"/>
              <a:buChar char="•"/>
              <a:defRPr sz="3200"/>
            </a:lvl1pPr>
            <a:lvl2pPr indent="-400050" lvl="1" marL="914400" algn="l">
              <a:spcBef>
                <a:spcPts val="500"/>
              </a:spcBef>
              <a:spcAft>
                <a:spcPts val="0"/>
              </a:spcAft>
              <a:buClr>
                <a:schemeClr val="dk1"/>
              </a:buClr>
              <a:buSzPts val="2700"/>
              <a:buChar char="–"/>
              <a:defRPr sz="2700"/>
            </a:lvl2pPr>
            <a:lvl3pPr indent="-381000" lvl="2" marL="1371600" algn="l">
              <a:spcBef>
                <a:spcPts val="500"/>
              </a:spcBef>
              <a:spcAft>
                <a:spcPts val="0"/>
              </a:spcAft>
              <a:buClr>
                <a:schemeClr val="dk1"/>
              </a:buClr>
              <a:buSzPts val="2400"/>
              <a:buChar char="•"/>
              <a:defRPr sz="2400"/>
            </a:lvl3pPr>
            <a:lvl4pPr indent="-361950" lvl="3" marL="1828800" algn="l">
              <a:spcBef>
                <a:spcPts val="400"/>
              </a:spcBef>
              <a:spcAft>
                <a:spcPts val="0"/>
              </a:spcAft>
              <a:buClr>
                <a:schemeClr val="dk1"/>
              </a:buClr>
              <a:buSzPts val="2100"/>
              <a:buChar char="–"/>
              <a:defRPr sz="2100"/>
            </a:lvl4pPr>
            <a:lvl5pPr indent="-361950" lvl="4" marL="2286000" algn="l">
              <a:spcBef>
                <a:spcPts val="400"/>
              </a:spcBef>
              <a:spcAft>
                <a:spcPts val="0"/>
              </a:spcAft>
              <a:buClr>
                <a:schemeClr val="dk1"/>
              </a:buClr>
              <a:buSzPts val="2100"/>
              <a:buChar char="»"/>
              <a:defRPr sz="2100"/>
            </a:lvl5pPr>
            <a:lvl6pPr indent="-361950" lvl="5" marL="2743200" algn="l">
              <a:spcBef>
                <a:spcPts val="400"/>
              </a:spcBef>
              <a:spcAft>
                <a:spcPts val="0"/>
              </a:spcAft>
              <a:buClr>
                <a:schemeClr val="dk1"/>
              </a:buClr>
              <a:buSzPts val="2100"/>
              <a:buChar char="•"/>
              <a:defRPr sz="2100"/>
            </a:lvl6pPr>
            <a:lvl7pPr indent="-361950" lvl="6" marL="3200400" algn="l">
              <a:spcBef>
                <a:spcPts val="400"/>
              </a:spcBef>
              <a:spcAft>
                <a:spcPts val="0"/>
              </a:spcAft>
              <a:buClr>
                <a:schemeClr val="dk1"/>
              </a:buClr>
              <a:buSzPts val="2100"/>
              <a:buChar char="•"/>
              <a:defRPr sz="2100"/>
            </a:lvl7pPr>
            <a:lvl8pPr indent="-361950" lvl="7" marL="3657600" algn="l">
              <a:spcBef>
                <a:spcPts val="400"/>
              </a:spcBef>
              <a:spcAft>
                <a:spcPts val="0"/>
              </a:spcAft>
              <a:buClr>
                <a:schemeClr val="dk1"/>
              </a:buClr>
              <a:buSzPts val="2100"/>
              <a:buChar char="•"/>
              <a:defRPr sz="2100"/>
            </a:lvl8pPr>
            <a:lvl9pPr indent="-361950" lvl="8" marL="4114800" algn="l">
              <a:spcBef>
                <a:spcPts val="400"/>
              </a:spcBef>
              <a:spcAft>
                <a:spcPts val="0"/>
              </a:spcAft>
              <a:buClr>
                <a:schemeClr val="dk1"/>
              </a:buClr>
              <a:buSzPts val="2100"/>
              <a:buChar char="•"/>
              <a:defRPr sz="2100"/>
            </a:lvl9pPr>
          </a:lstStyle>
          <a:p/>
        </p:txBody>
      </p:sp>
      <p:sp>
        <p:nvSpPr>
          <p:cNvPr id="143" name="Google Shape;143;p18"/>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44" name="Google Shape;144;p18"/>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45" name="Google Shape;145;p18"/>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6" name="Shape 146"/>
        <p:cNvGrpSpPr/>
        <p:nvPr/>
      </p:nvGrpSpPr>
      <p:grpSpPr>
        <a:xfrm>
          <a:off x="0" y="0"/>
          <a:ext cx="0" cy="0"/>
          <a:chOff x="0" y="0"/>
          <a:chExt cx="0" cy="0"/>
        </a:xfrm>
      </p:grpSpPr>
      <p:sp>
        <p:nvSpPr>
          <p:cNvPr id="147" name="Google Shape;147;p19"/>
          <p:cNvSpPr txBox="1"/>
          <p:nvPr>
            <p:ph type="title"/>
          </p:nvPr>
        </p:nvSpPr>
        <p:spPr>
          <a:xfrm>
            <a:off x="609600" y="275167"/>
            <a:ext cx="10972800" cy="11433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48" name="Google Shape;148;p19"/>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49" name="Google Shape;149;p19"/>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50" name="Google Shape;150;p19"/>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20"/>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53" name="Google Shape;153;p20"/>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54" name="Google Shape;154;p20"/>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5" name="Shape 155"/>
        <p:cNvGrpSpPr/>
        <p:nvPr/>
      </p:nvGrpSpPr>
      <p:grpSpPr>
        <a:xfrm>
          <a:off x="0" y="0"/>
          <a:ext cx="0" cy="0"/>
          <a:chOff x="0" y="0"/>
          <a:chExt cx="0" cy="0"/>
        </a:xfrm>
      </p:grpSpPr>
      <p:sp>
        <p:nvSpPr>
          <p:cNvPr id="156" name="Google Shape;156;p21"/>
          <p:cNvSpPr txBox="1"/>
          <p:nvPr>
            <p:ph type="title"/>
          </p:nvPr>
        </p:nvSpPr>
        <p:spPr>
          <a:xfrm>
            <a:off x="609601" y="273049"/>
            <a:ext cx="4011300" cy="1161900"/>
          </a:xfrm>
          <a:prstGeom prst="rect">
            <a:avLst/>
          </a:prstGeom>
          <a:noFill/>
          <a:ln>
            <a:noFill/>
          </a:ln>
        </p:spPr>
        <p:txBody>
          <a:bodyPr anchorCtr="0" anchor="b" bIns="60925" lIns="121900" spcFirstLastPara="1" rIns="121900" wrap="square" tIns="60925">
            <a:noAutofit/>
          </a:bodyPr>
          <a:lstStyle>
            <a:lvl1pPr lvl="0" algn="l">
              <a:spcBef>
                <a:spcPts val="0"/>
              </a:spcBef>
              <a:spcAft>
                <a:spcPts val="0"/>
              </a:spcAft>
              <a:buSzPts val="1900"/>
              <a:buNone/>
              <a:defRPr b="1" sz="2700"/>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57" name="Google Shape;157;p21"/>
          <p:cNvSpPr txBox="1"/>
          <p:nvPr>
            <p:ph idx="1" type="body"/>
          </p:nvPr>
        </p:nvSpPr>
        <p:spPr>
          <a:xfrm>
            <a:off x="4766733" y="273051"/>
            <a:ext cx="6815700" cy="5853300"/>
          </a:xfrm>
          <a:prstGeom prst="rect">
            <a:avLst/>
          </a:prstGeom>
          <a:noFill/>
          <a:ln>
            <a:noFill/>
          </a:ln>
        </p:spPr>
        <p:txBody>
          <a:bodyPr anchorCtr="0" anchor="t" bIns="60925" lIns="121900" spcFirstLastPara="1" rIns="121900" wrap="square" tIns="60925">
            <a:noAutofit/>
          </a:bodyPr>
          <a:lstStyle>
            <a:lvl1pPr indent="-501650" lvl="0" marL="457200" algn="l">
              <a:spcBef>
                <a:spcPts val="900"/>
              </a:spcBef>
              <a:spcAft>
                <a:spcPts val="0"/>
              </a:spcAft>
              <a:buClr>
                <a:schemeClr val="dk1"/>
              </a:buClr>
              <a:buSzPts val="4300"/>
              <a:buChar char="•"/>
              <a:defRPr sz="4300"/>
            </a:lvl1pPr>
            <a:lvl2pPr indent="-463550" lvl="1" marL="914400" algn="l">
              <a:spcBef>
                <a:spcPts val="700"/>
              </a:spcBef>
              <a:spcAft>
                <a:spcPts val="0"/>
              </a:spcAft>
              <a:buClr>
                <a:schemeClr val="dk1"/>
              </a:buClr>
              <a:buSzPts val="3700"/>
              <a:buChar char="–"/>
              <a:defRPr sz="3700"/>
            </a:lvl2pPr>
            <a:lvl3pPr indent="-431800" lvl="2" marL="1371600" algn="l">
              <a:spcBef>
                <a:spcPts val="600"/>
              </a:spcBef>
              <a:spcAft>
                <a:spcPts val="0"/>
              </a:spcAft>
              <a:buClr>
                <a:schemeClr val="dk1"/>
              </a:buClr>
              <a:buSzPts val="3200"/>
              <a:buChar char="•"/>
              <a:defRPr sz="3200"/>
            </a:lvl3pPr>
            <a:lvl4pPr indent="-400050" lvl="3" marL="1828800" algn="l">
              <a:spcBef>
                <a:spcPts val="500"/>
              </a:spcBef>
              <a:spcAft>
                <a:spcPts val="0"/>
              </a:spcAft>
              <a:buClr>
                <a:schemeClr val="dk1"/>
              </a:buClr>
              <a:buSzPts val="2700"/>
              <a:buChar char="–"/>
              <a:defRPr sz="2700"/>
            </a:lvl4pPr>
            <a:lvl5pPr indent="-400050" lvl="4" marL="2286000" algn="l">
              <a:spcBef>
                <a:spcPts val="500"/>
              </a:spcBef>
              <a:spcAft>
                <a:spcPts val="0"/>
              </a:spcAft>
              <a:buClr>
                <a:schemeClr val="dk1"/>
              </a:buClr>
              <a:buSzPts val="2700"/>
              <a:buChar char="»"/>
              <a:defRPr sz="2700"/>
            </a:lvl5pPr>
            <a:lvl6pPr indent="-400050" lvl="5" marL="2743200" algn="l">
              <a:spcBef>
                <a:spcPts val="500"/>
              </a:spcBef>
              <a:spcAft>
                <a:spcPts val="0"/>
              </a:spcAft>
              <a:buClr>
                <a:schemeClr val="dk1"/>
              </a:buClr>
              <a:buSzPts val="2700"/>
              <a:buChar char="•"/>
              <a:defRPr sz="2700"/>
            </a:lvl6pPr>
            <a:lvl7pPr indent="-400050" lvl="6" marL="3200400" algn="l">
              <a:spcBef>
                <a:spcPts val="500"/>
              </a:spcBef>
              <a:spcAft>
                <a:spcPts val="0"/>
              </a:spcAft>
              <a:buClr>
                <a:schemeClr val="dk1"/>
              </a:buClr>
              <a:buSzPts val="2700"/>
              <a:buChar char="•"/>
              <a:defRPr sz="2700"/>
            </a:lvl7pPr>
            <a:lvl8pPr indent="-400050" lvl="7" marL="3657600" algn="l">
              <a:spcBef>
                <a:spcPts val="500"/>
              </a:spcBef>
              <a:spcAft>
                <a:spcPts val="0"/>
              </a:spcAft>
              <a:buClr>
                <a:schemeClr val="dk1"/>
              </a:buClr>
              <a:buSzPts val="2700"/>
              <a:buChar char="•"/>
              <a:defRPr sz="2700"/>
            </a:lvl8pPr>
            <a:lvl9pPr indent="-400050" lvl="8" marL="4114800" algn="l">
              <a:spcBef>
                <a:spcPts val="500"/>
              </a:spcBef>
              <a:spcAft>
                <a:spcPts val="0"/>
              </a:spcAft>
              <a:buClr>
                <a:schemeClr val="dk1"/>
              </a:buClr>
              <a:buSzPts val="2700"/>
              <a:buChar char="•"/>
              <a:defRPr sz="2700"/>
            </a:lvl9pPr>
          </a:lstStyle>
          <a:p/>
        </p:txBody>
      </p:sp>
      <p:sp>
        <p:nvSpPr>
          <p:cNvPr id="158" name="Google Shape;158;p21"/>
          <p:cNvSpPr txBox="1"/>
          <p:nvPr>
            <p:ph idx="2" type="body"/>
          </p:nvPr>
        </p:nvSpPr>
        <p:spPr>
          <a:xfrm>
            <a:off x="609601" y="1435101"/>
            <a:ext cx="4011300" cy="4691100"/>
          </a:xfrm>
          <a:prstGeom prst="rect">
            <a:avLst/>
          </a:prstGeom>
          <a:noFill/>
          <a:ln>
            <a:noFill/>
          </a:ln>
        </p:spPr>
        <p:txBody>
          <a:bodyPr anchorCtr="0" anchor="t" bIns="60925" lIns="121900" spcFirstLastPara="1" rIns="121900" wrap="square" tIns="60925">
            <a:noAutofit/>
          </a:bodyPr>
          <a:lstStyle>
            <a:lvl1pPr indent="-228600" lvl="0" marL="457200" algn="l">
              <a:spcBef>
                <a:spcPts val="400"/>
              </a:spcBef>
              <a:spcAft>
                <a:spcPts val="0"/>
              </a:spcAft>
              <a:buClr>
                <a:schemeClr val="dk1"/>
              </a:buClr>
              <a:buSzPts val="1900"/>
              <a:buNone/>
              <a:defRPr sz="1900"/>
            </a:lvl1pPr>
            <a:lvl2pPr indent="-228600" lvl="1" marL="914400" algn="l">
              <a:spcBef>
                <a:spcPts val="300"/>
              </a:spcBef>
              <a:spcAft>
                <a:spcPts val="0"/>
              </a:spcAft>
              <a:buClr>
                <a:schemeClr val="dk1"/>
              </a:buClr>
              <a:buSzPts val="1600"/>
              <a:buNone/>
              <a:defRPr sz="1600"/>
            </a:lvl2pPr>
            <a:lvl3pPr indent="-228600" lvl="2" marL="1371600" algn="l">
              <a:spcBef>
                <a:spcPts val="300"/>
              </a:spcBef>
              <a:spcAft>
                <a:spcPts val="0"/>
              </a:spcAft>
              <a:buClr>
                <a:schemeClr val="dk1"/>
              </a:buClr>
              <a:buSzPts val="1300"/>
              <a:buNone/>
              <a:defRPr sz="1300"/>
            </a:lvl3pPr>
            <a:lvl4pPr indent="-228600" lvl="3" marL="1828800" algn="l">
              <a:spcBef>
                <a:spcPts val="200"/>
              </a:spcBef>
              <a:spcAft>
                <a:spcPts val="0"/>
              </a:spcAft>
              <a:buClr>
                <a:schemeClr val="dk1"/>
              </a:buClr>
              <a:buSzPts val="1200"/>
              <a:buNone/>
              <a:defRPr sz="1200"/>
            </a:lvl4pPr>
            <a:lvl5pPr indent="-228600" lvl="4" marL="2286000" algn="l">
              <a:spcBef>
                <a:spcPts val="200"/>
              </a:spcBef>
              <a:spcAft>
                <a:spcPts val="0"/>
              </a:spcAft>
              <a:buClr>
                <a:schemeClr val="dk1"/>
              </a:buClr>
              <a:buSzPts val="1200"/>
              <a:buNone/>
              <a:defRPr sz="1200"/>
            </a:lvl5pPr>
            <a:lvl6pPr indent="-228600" lvl="5" marL="2743200" algn="l">
              <a:spcBef>
                <a:spcPts val="200"/>
              </a:spcBef>
              <a:spcAft>
                <a:spcPts val="0"/>
              </a:spcAft>
              <a:buClr>
                <a:schemeClr val="dk1"/>
              </a:buClr>
              <a:buSzPts val="1200"/>
              <a:buNone/>
              <a:defRPr sz="1200"/>
            </a:lvl6pPr>
            <a:lvl7pPr indent="-228600" lvl="6" marL="3200400" algn="l">
              <a:spcBef>
                <a:spcPts val="200"/>
              </a:spcBef>
              <a:spcAft>
                <a:spcPts val="0"/>
              </a:spcAft>
              <a:buClr>
                <a:schemeClr val="dk1"/>
              </a:buClr>
              <a:buSzPts val="1200"/>
              <a:buNone/>
              <a:defRPr sz="1200"/>
            </a:lvl7pPr>
            <a:lvl8pPr indent="-228600" lvl="7" marL="3657600" algn="l">
              <a:spcBef>
                <a:spcPts val="200"/>
              </a:spcBef>
              <a:spcAft>
                <a:spcPts val="0"/>
              </a:spcAft>
              <a:buClr>
                <a:schemeClr val="dk1"/>
              </a:buClr>
              <a:buSzPts val="1200"/>
              <a:buNone/>
              <a:defRPr sz="1200"/>
            </a:lvl8pPr>
            <a:lvl9pPr indent="-228600" lvl="8" marL="4114800" algn="l">
              <a:spcBef>
                <a:spcPts val="200"/>
              </a:spcBef>
              <a:spcAft>
                <a:spcPts val="0"/>
              </a:spcAft>
              <a:buClr>
                <a:schemeClr val="dk1"/>
              </a:buClr>
              <a:buSzPts val="1200"/>
              <a:buNone/>
              <a:defRPr sz="1200"/>
            </a:lvl9pPr>
          </a:lstStyle>
          <a:p/>
        </p:txBody>
      </p:sp>
      <p:sp>
        <p:nvSpPr>
          <p:cNvPr id="159" name="Google Shape;159;p21"/>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60" name="Google Shape;160;p21"/>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61" name="Google Shape;161;p21"/>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2" name="Shape 162"/>
        <p:cNvGrpSpPr/>
        <p:nvPr/>
      </p:nvGrpSpPr>
      <p:grpSpPr>
        <a:xfrm>
          <a:off x="0" y="0"/>
          <a:ext cx="0" cy="0"/>
          <a:chOff x="0" y="0"/>
          <a:chExt cx="0" cy="0"/>
        </a:xfrm>
      </p:grpSpPr>
      <p:sp>
        <p:nvSpPr>
          <p:cNvPr id="163" name="Google Shape;163;p22"/>
          <p:cNvSpPr txBox="1"/>
          <p:nvPr>
            <p:ph type="title"/>
          </p:nvPr>
        </p:nvSpPr>
        <p:spPr>
          <a:xfrm>
            <a:off x="2389717" y="4800600"/>
            <a:ext cx="7315200" cy="566700"/>
          </a:xfrm>
          <a:prstGeom prst="rect">
            <a:avLst/>
          </a:prstGeom>
          <a:noFill/>
          <a:ln>
            <a:noFill/>
          </a:ln>
        </p:spPr>
        <p:txBody>
          <a:bodyPr anchorCtr="0" anchor="b" bIns="60925" lIns="121900" spcFirstLastPara="1" rIns="121900" wrap="square" tIns="60925">
            <a:noAutofit/>
          </a:bodyPr>
          <a:lstStyle>
            <a:lvl1pPr lvl="0" algn="l">
              <a:spcBef>
                <a:spcPts val="0"/>
              </a:spcBef>
              <a:spcAft>
                <a:spcPts val="0"/>
              </a:spcAft>
              <a:buSzPts val="1900"/>
              <a:buNone/>
              <a:defRPr b="1" sz="2700"/>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64" name="Google Shape;164;p22"/>
          <p:cNvSpPr/>
          <p:nvPr>
            <p:ph idx="2" type="pic"/>
          </p:nvPr>
        </p:nvSpPr>
        <p:spPr>
          <a:xfrm>
            <a:off x="2389717" y="612775"/>
            <a:ext cx="7315200" cy="4114800"/>
          </a:xfrm>
          <a:prstGeom prst="rect">
            <a:avLst/>
          </a:prstGeom>
          <a:noFill/>
          <a:ln>
            <a:noFill/>
          </a:ln>
        </p:spPr>
      </p:sp>
      <p:sp>
        <p:nvSpPr>
          <p:cNvPr id="165" name="Google Shape;165;p22"/>
          <p:cNvSpPr txBox="1"/>
          <p:nvPr>
            <p:ph idx="1" type="body"/>
          </p:nvPr>
        </p:nvSpPr>
        <p:spPr>
          <a:xfrm>
            <a:off x="2389717" y="5367337"/>
            <a:ext cx="7315200" cy="804900"/>
          </a:xfrm>
          <a:prstGeom prst="rect">
            <a:avLst/>
          </a:prstGeom>
          <a:noFill/>
          <a:ln>
            <a:noFill/>
          </a:ln>
        </p:spPr>
        <p:txBody>
          <a:bodyPr anchorCtr="0" anchor="t" bIns="60925" lIns="121900" spcFirstLastPara="1" rIns="121900" wrap="square" tIns="60925">
            <a:noAutofit/>
          </a:bodyPr>
          <a:lstStyle>
            <a:lvl1pPr indent="-228600" lvl="0" marL="457200" algn="l">
              <a:spcBef>
                <a:spcPts val="400"/>
              </a:spcBef>
              <a:spcAft>
                <a:spcPts val="0"/>
              </a:spcAft>
              <a:buClr>
                <a:schemeClr val="dk1"/>
              </a:buClr>
              <a:buSzPts val="1900"/>
              <a:buNone/>
              <a:defRPr sz="1900"/>
            </a:lvl1pPr>
            <a:lvl2pPr indent="-228600" lvl="1" marL="914400" algn="l">
              <a:spcBef>
                <a:spcPts val="300"/>
              </a:spcBef>
              <a:spcAft>
                <a:spcPts val="0"/>
              </a:spcAft>
              <a:buClr>
                <a:schemeClr val="dk1"/>
              </a:buClr>
              <a:buSzPts val="1600"/>
              <a:buNone/>
              <a:defRPr sz="1600"/>
            </a:lvl2pPr>
            <a:lvl3pPr indent="-228600" lvl="2" marL="1371600" algn="l">
              <a:spcBef>
                <a:spcPts val="300"/>
              </a:spcBef>
              <a:spcAft>
                <a:spcPts val="0"/>
              </a:spcAft>
              <a:buClr>
                <a:schemeClr val="dk1"/>
              </a:buClr>
              <a:buSzPts val="1300"/>
              <a:buNone/>
              <a:defRPr sz="1300"/>
            </a:lvl3pPr>
            <a:lvl4pPr indent="-228600" lvl="3" marL="1828800" algn="l">
              <a:spcBef>
                <a:spcPts val="200"/>
              </a:spcBef>
              <a:spcAft>
                <a:spcPts val="0"/>
              </a:spcAft>
              <a:buClr>
                <a:schemeClr val="dk1"/>
              </a:buClr>
              <a:buSzPts val="1200"/>
              <a:buNone/>
              <a:defRPr sz="1200"/>
            </a:lvl4pPr>
            <a:lvl5pPr indent="-228600" lvl="4" marL="2286000" algn="l">
              <a:spcBef>
                <a:spcPts val="200"/>
              </a:spcBef>
              <a:spcAft>
                <a:spcPts val="0"/>
              </a:spcAft>
              <a:buClr>
                <a:schemeClr val="dk1"/>
              </a:buClr>
              <a:buSzPts val="1200"/>
              <a:buNone/>
              <a:defRPr sz="1200"/>
            </a:lvl5pPr>
            <a:lvl6pPr indent="-228600" lvl="5" marL="2743200" algn="l">
              <a:spcBef>
                <a:spcPts val="200"/>
              </a:spcBef>
              <a:spcAft>
                <a:spcPts val="0"/>
              </a:spcAft>
              <a:buClr>
                <a:schemeClr val="dk1"/>
              </a:buClr>
              <a:buSzPts val="1200"/>
              <a:buNone/>
              <a:defRPr sz="1200"/>
            </a:lvl6pPr>
            <a:lvl7pPr indent="-228600" lvl="6" marL="3200400" algn="l">
              <a:spcBef>
                <a:spcPts val="200"/>
              </a:spcBef>
              <a:spcAft>
                <a:spcPts val="0"/>
              </a:spcAft>
              <a:buClr>
                <a:schemeClr val="dk1"/>
              </a:buClr>
              <a:buSzPts val="1200"/>
              <a:buNone/>
              <a:defRPr sz="1200"/>
            </a:lvl7pPr>
            <a:lvl8pPr indent="-228600" lvl="7" marL="3657600" algn="l">
              <a:spcBef>
                <a:spcPts val="200"/>
              </a:spcBef>
              <a:spcAft>
                <a:spcPts val="0"/>
              </a:spcAft>
              <a:buClr>
                <a:schemeClr val="dk1"/>
              </a:buClr>
              <a:buSzPts val="1200"/>
              <a:buNone/>
              <a:defRPr sz="1200"/>
            </a:lvl8pPr>
            <a:lvl9pPr indent="-228600" lvl="8" marL="4114800" algn="l">
              <a:spcBef>
                <a:spcPts val="200"/>
              </a:spcBef>
              <a:spcAft>
                <a:spcPts val="0"/>
              </a:spcAft>
              <a:buClr>
                <a:schemeClr val="dk1"/>
              </a:buClr>
              <a:buSzPts val="1200"/>
              <a:buNone/>
              <a:defRPr sz="1200"/>
            </a:lvl9pPr>
          </a:lstStyle>
          <a:p/>
        </p:txBody>
      </p:sp>
      <p:sp>
        <p:nvSpPr>
          <p:cNvPr id="166" name="Google Shape;166;p22"/>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67" name="Google Shape;167;p22"/>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68" name="Google Shape;168;p22"/>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9" name="Shape 169"/>
        <p:cNvGrpSpPr/>
        <p:nvPr/>
      </p:nvGrpSpPr>
      <p:grpSpPr>
        <a:xfrm>
          <a:off x="0" y="0"/>
          <a:ext cx="0" cy="0"/>
          <a:chOff x="0" y="0"/>
          <a:chExt cx="0" cy="0"/>
        </a:xfrm>
      </p:grpSpPr>
      <p:sp>
        <p:nvSpPr>
          <p:cNvPr id="170" name="Google Shape;170;p23"/>
          <p:cNvSpPr txBox="1"/>
          <p:nvPr>
            <p:ph type="title"/>
          </p:nvPr>
        </p:nvSpPr>
        <p:spPr>
          <a:xfrm>
            <a:off x="609600" y="275167"/>
            <a:ext cx="10972800" cy="11433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71" name="Google Shape;171;p23"/>
          <p:cNvSpPr txBox="1"/>
          <p:nvPr>
            <p:ph idx="1" type="body"/>
          </p:nvPr>
        </p:nvSpPr>
        <p:spPr>
          <a:xfrm rot="5400000">
            <a:off x="3833250" y="-1623450"/>
            <a:ext cx="4525500" cy="10972800"/>
          </a:xfrm>
          <a:prstGeom prst="rect">
            <a:avLst/>
          </a:prstGeom>
          <a:noFill/>
          <a:ln>
            <a:noFill/>
          </a:ln>
        </p:spPr>
        <p:txBody>
          <a:bodyPr anchorCtr="0" anchor="t" bIns="60925" lIns="121900" spcFirstLastPara="1" rIns="121900" wrap="square" tIns="60925">
            <a:noAutofit/>
          </a:bodyPr>
          <a:lstStyle>
            <a:lvl1pPr indent="-381000" lvl="0" marL="457200" algn="l">
              <a:spcBef>
                <a:spcPts val="500"/>
              </a:spcBef>
              <a:spcAft>
                <a:spcPts val="0"/>
              </a:spcAft>
              <a:buClr>
                <a:schemeClr val="dk1"/>
              </a:buClr>
              <a:buSzPts val="2400"/>
              <a:buChar char="•"/>
              <a:defRPr/>
            </a:lvl1pPr>
            <a:lvl2pPr indent="-381000" lvl="1" marL="914400" algn="l">
              <a:spcBef>
                <a:spcPts val="500"/>
              </a:spcBef>
              <a:spcAft>
                <a:spcPts val="0"/>
              </a:spcAft>
              <a:buClr>
                <a:schemeClr val="dk1"/>
              </a:buClr>
              <a:buSzPts val="2400"/>
              <a:buChar char="–"/>
              <a:defRPr/>
            </a:lvl2pPr>
            <a:lvl3pPr indent="-381000" lvl="2" marL="1371600" algn="l">
              <a:spcBef>
                <a:spcPts val="500"/>
              </a:spcBef>
              <a:spcAft>
                <a:spcPts val="0"/>
              </a:spcAft>
              <a:buClr>
                <a:schemeClr val="dk1"/>
              </a:buClr>
              <a:buSzPts val="2400"/>
              <a:buChar char="•"/>
              <a:defRPr/>
            </a:lvl3pPr>
            <a:lvl4pPr indent="-381000" lvl="3" marL="1828800" algn="l">
              <a:spcBef>
                <a:spcPts val="500"/>
              </a:spcBef>
              <a:spcAft>
                <a:spcPts val="0"/>
              </a:spcAft>
              <a:buClr>
                <a:schemeClr val="dk1"/>
              </a:buClr>
              <a:buSzPts val="2400"/>
              <a:buChar char="–"/>
              <a:defRPr/>
            </a:lvl4pPr>
            <a:lvl5pPr indent="-381000" lvl="4" marL="2286000" algn="l">
              <a:spcBef>
                <a:spcPts val="500"/>
              </a:spcBef>
              <a:spcAft>
                <a:spcPts val="0"/>
              </a:spcAft>
              <a:buClr>
                <a:schemeClr val="dk1"/>
              </a:buClr>
              <a:buSzPts val="24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
        <p:nvSpPr>
          <p:cNvPr id="172" name="Google Shape;172;p23"/>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73" name="Google Shape;173;p23"/>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74" name="Google Shape;174;p23"/>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5" name="Shape 175"/>
        <p:cNvGrpSpPr/>
        <p:nvPr/>
      </p:nvGrpSpPr>
      <p:grpSpPr>
        <a:xfrm>
          <a:off x="0" y="0"/>
          <a:ext cx="0" cy="0"/>
          <a:chOff x="0" y="0"/>
          <a:chExt cx="0" cy="0"/>
        </a:xfrm>
      </p:grpSpPr>
      <p:sp>
        <p:nvSpPr>
          <p:cNvPr id="176" name="Google Shape;176;p24"/>
          <p:cNvSpPr txBox="1"/>
          <p:nvPr>
            <p:ph type="title"/>
          </p:nvPr>
        </p:nvSpPr>
        <p:spPr>
          <a:xfrm rot="5400000">
            <a:off x="8016750" y="1028825"/>
            <a:ext cx="4388100" cy="27432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ctr">
              <a:spcBef>
                <a:spcPts val="0"/>
              </a:spcBef>
              <a:spcAft>
                <a:spcPts val="0"/>
              </a:spcAft>
              <a:buSzPts val="1900"/>
              <a:buNone/>
              <a:defRPr/>
            </a:lvl2pPr>
            <a:lvl3pPr lvl="2" algn="ctr">
              <a:spcBef>
                <a:spcPts val="0"/>
              </a:spcBef>
              <a:spcAft>
                <a:spcPts val="0"/>
              </a:spcAft>
              <a:buSzPts val="1900"/>
              <a:buNone/>
              <a:defRPr/>
            </a:lvl3pPr>
            <a:lvl4pPr lvl="3" algn="ctr">
              <a:spcBef>
                <a:spcPts val="0"/>
              </a:spcBef>
              <a:spcAft>
                <a:spcPts val="0"/>
              </a:spcAft>
              <a:buSzPts val="1900"/>
              <a:buNone/>
              <a:defRPr/>
            </a:lvl4pPr>
            <a:lvl5pPr lvl="4" algn="ctr">
              <a:spcBef>
                <a:spcPts val="0"/>
              </a:spcBef>
              <a:spcAft>
                <a:spcPts val="0"/>
              </a:spcAft>
              <a:buSzPts val="1900"/>
              <a:buNone/>
              <a:defRPr/>
            </a:lvl5pPr>
            <a:lvl6pPr lvl="5" algn="ctr">
              <a:spcBef>
                <a:spcPts val="0"/>
              </a:spcBef>
              <a:spcAft>
                <a:spcPts val="0"/>
              </a:spcAft>
              <a:buSzPts val="1900"/>
              <a:buNone/>
              <a:defRPr/>
            </a:lvl6pPr>
            <a:lvl7pPr lvl="6" algn="ctr">
              <a:spcBef>
                <a:spcPts val="0"/>
              </a:spcBef>
              <a:spcAft>
                <a:spcPts val="0"/>
              </a:spcAft>
              <a:buSzPts val="1900"/>
              <a:buNone/>
              <a:defRPr/>
            </a:lvl7pPr>
            <a:lvl8pPr lvl="7" algn="ctr">
              <a:spcBef>
                <a:spcPts val="0"/>
              </a:spcBef>
              <a:spcAft>
                <a:spcPts val="0"/>
              </a:spcAft>
              <a:buSzPts val="1900"/>
              <a:buNone/>
              <a:defRPr/>
            </a:lvl8pPr>
            <a:lvl9pPr lvl="8" algn="ctr">
              <a:spcBef>
                <a:spcPts val="0"/>
              </a:spcBef>
              <a:spcAft>
                <a:spcPts val="0"/>
              </a:spcAft>
              <a:buSzPts val="1900"/>
              <a:buNone/>
              <a:defRPr/>
            </a:lvl9pPr>
          </a:lstStyle>
          <a:p/>
        </p:txBody>
      </p:sp>
      <p:sp>
        <p:nvSpPr>
          <p:cNvPr id="177" name="Google Shape;177;p24"/>
          <p:cNvSpPr txBox="1"/>
          <p:nvPr>
            <p:ph idx="1" type="body"/>
          </p:nvPr>
        </p:nvSpPr>
        <p:spPr>
          <a:xfrm rot="5400000">
            <a:off x="2428700" y="-1612825"/>
            <a:ext cx="4388100" cy="8026500"/>
          </a:xfrm>
          <a:prstGeom prst="rect">
            <a:avLst/>
          </a:prstGeom>
          <a:noFill/>
          <a:ln>
            <a:noFill/>
          </a:ln>
        </p:spPr>
        <p:txBody>
          <a:bodyPr anchorCtr="0" anchor="t" bIns="60925" lIns="121900" spcFirstLastPara="1" rIns="121900" wrap="square" tIns="60925">
            <a:noAutofit/>
          </a:bodyPr>
          <a:lstStyle>
            <a:lvl1pPr indent="-381000" lvl="0" marL="457200" algn="l">
              <a:spcBef>
                <a:spcPts val="500"/>
              </a:spcBef>
              <a:spcAft>
                <a:spcPts val="0"/>
              </a:spcAft>
              <a:buClr>
                <a:schemeClr val="dk1"/>
              </a:buClr>
              <a:buSzPts val="2400"/>
              <a:buChar char="•"/>
              <a:defRPr/>
            </a:lvl1pPr>
            <a:lvl2pPr indent="-381000" lvl="1" marL="914400" algn="l">
              <a:spcBef>
                <a:spcPts val="500"/>
              </a:spcBef>
              <a:spcAft>
                <a:spcPts val="0"/>
              </a:spcAft>
              <a:buClr>
                <a:schemeClr val="dk1"/>
              </a:buClr>
              <a:buSzPts val="2400"/>
              <a:buChar char="–"/>
              <a:defRPr/>
            </a:lvl2pPr>
            <a:lvl3pPr indent="-381000" lvl="2" marL="1371600" algn="l">
              <a:spcBef>
                <a:spcPts val="500"/>
              </a:spcBef>
              <a:spcAft>
                <a:spcPts val="0"/>
              </a:spcAft>
              <a:buClr>
                <a:schemeClr val="dk1"/>
              </a:buClr>
              <a:buSzPts val="2400"/>
              <a:buChar char="•"/>
              <a:defRPr/>
            </a:lvl3pPr>
            <a:lvl4pPr indent="-381000" lvl="3" marL="1828800" algn="l">
              <a:spcBef>
                <a:spcPts val="500"/>
              </a:spcBef>
              <a:spcAft>
                <a:spcPts val="0"/>
              </a:spcAft>
              <a:buClr>
                <a:schemeClr val="dk1"/>
              </a:buClr>
              <a:buSzPts val="2400"/>
              <a:buChar char="–"/>
              <a:defRPr/>
            </a:lvl4pPr>
            <a:lvl5pPr indent="-381000" lvl="4" marL="2286000" algn="l">
              <a:spcBef>
                <a:spcPts val="500"/>
              </a:spcBef>
              <a:spcAft>
                <a:spcPts val="0"/>
              </a:spcAft>
              <a:buClr>
                <a:schemeClr val="dk1"/>
              </a:buClr>
              <a:buSzPts val="2400"/>
              <a:buChar char="»"/>
              <a:defRPr/>
            </a:lvl5pPr>
            <a:lvl6pPr indent="-381000" lvl="5" marL="2743200" algn="l">
              <a:spcBef>
                <a:spcPts val="500"/>
              </a:spcBef>
              <a:spcAft>
                <a:spcPts val="0"/>
              </a:spcAft>
              <a:buClr>
                <a:schemeClr val="dk1"/>
              </a:buClr>
              <a:buSzPts val="2400"/>
              <a:buChar char="•"/>
              <a:defRPr/>
            </a:lvl6pPr>
            <a:lvl7pPr indent="-381000" lvl="6" marL="3200400" algn="l">
              <a:spcBef>
                <a:spcPts val="500"/>
              </a:spcBef>
              <a:spcAft>
                <a:spcPts val="0"/>
              </a:spcAft>
              <a:buClr>
                <a:schemeClr val="dk1"/>
              </a:buClr>
              <a:buSzPts val="2400"/>
              <a:buChar char="•"/>
              <a:defRPr/>
            </a:lvl7pPr>
            <a:lvl8pPr indent="-381000" lvl="7" marL="3657600" algn="l">
              <a:spcBef>
                <a:spcPts val="500"/>
              </a:spcBef>
              <a:spcAft>
                <a:spcPts val="0"/>
              </a:spcAft>
              <a:buClr>
                <a:schemeClr val="dk1"/>
              </a:buClr>
              <a:buSzPts val="2400"/>
              <a:buChar char="•"/>
              <a:defRPr/>
            </a:lvl8pPr>
            <a:lvl9pPr indent="-381000" lvl="8" marL="4114800" algn="l">
              <a:spcBef>
                <a:spcPts val="500"/>
              </a:spcBef>
              <a:spcAft>
                <a:spcPts val="0"/>
              </a:spcAft>
              <a:buClr>
                <a:schemeClr val="dk1"/>
              </a:buClr>
              <a:buSzPts val="2400"/>
              <a:buChar char="•"/>
              <a:defRPr/>
            </a:lvl9pPr>
          </a:lstStyle>
          <a:p/>
        </p:txBody>
      </p:sp>
      <p:sp>
        <p:nvSpPr>
          <p:cNvPr id="178" name="Google Shape;178;p24"/>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algn="l">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79" name="Google Shape;179;p24"/>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algn="ctr">
              <a:spcBef>
                <a:spcPts val="0"/>
              </a:spcBef>
              <a:spcAft>
                <a:spcPts val="0"/>
              </a:spcAft>
              <a:buSzPts val="1900"/>
              <a:buNone/>
              <a:defRPr/>
            </a:lvl1pPr>
            <a:lvl2pPr lvl="1" algn="l">
              <a:spcBef>
                <a:spcPts val="0"/>
              </a:spcBef>
              <a:spcAft>
                <a:spcPts val="0"/>
              </a:spcAft>
              <a:buSzPts val="1900"/>
              <a:buNone/>
              <a:defRPr/>
            </a:lvl2pPr>
            <a:lvl3pPr lvl="2" algn="l">
              <a:spcBef>
                <a:spcPts val="0"/>
              </a:spcBef>
              <a:spcAft>
                <a:spcPts val="0"/>
              </a:spcAft>
              <a:buSzPts val="1900"/>
              <a:buNone/>
              <a:defRPr/>
            </a:lvl3pPr>
            <a:lvl4pPr lvl="3" algn="l">
              <a:spcBef>
                <a:spcPts val="0"/>
              </a:spcBef>
              <a:spcAft>
                <a:spcPts val="0"/>
              </a:spcAft>
              <a:buSzPts val="1900"/>
              <a:buNone/>
              <a:defRPr/>
            </a:lvl4pPr>
            <a:lvl5pPr lvl="4" algn="l">
              <a:spcBef>
                <a:spcPts val="0"/>
              </a:spcBef>
              <a:spcAft>
                <a:spcPts val="0"/>
              </a:spcAft>
              <a:buSzPts val="1900"/>
              <a:buNone/>
              <a:defRPr/>
            </a:lvl5pPr>
            <a:lvl6pPr lvl="5" algn="l">
              <a:spcBef>
                <a:spcPts val="0"/>
              </a:spcBef>
              <a:spcAft>
                <a:spcPts val="0"/>
              </a:spcAft>
              <a:buSzPts val="1900"/>
              <a:buNone/>
              <a:defRPr/>
            </a:lvl6pPr>
            <a:lvl7pPr lvl="6" algn="l">
              <a:spcBef>
                <a:spcPts val="0"/>
              </a:spcBef>
              <a:spcAft>
                <a:spcPts val="0"/>
              </a:spcAft>
              <a:buSzPts val="1900"/>
              <a:buNone/>
              <a:defRPr/>
            </a:lvl7pPr>
            <a:lvl8pPr lvl="7" algn="l">
              <a:spcBef>
                <a:spcPts val="0"/>
              </a:spcBef>
              <a:spcAft>
                <a:spcPts val="0"/>
              </a:spcAft>
              <a:buSzPts val="1900"/>
              <a:buNone/>
              <a:defRPr/>
            </a:lvl8pPr>
            <a:lvl9pPr lvl="8" algn="l">
              <a:spcBef>
                <a:spcPts val="0"/>
              </a:spcBef>
              <a:spcAft>
                <a:spcPts val="0"/>
              </a:spcAft>
              <a:buSzPts val="1900"/>
              <a:buNone/>
              <a:defRPr/>
            </a:lvl9pPr>
          </a:lstStyle>
          <a:p/>
        </p:txBody>
      </p:sp>
      <p:sp>
        <p:nvSpPr>
          <p:cNvPr id="180" name="Google Shape;180;p24"/>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descr="Picture 6" id="6" name="Google Shape;6;p1"/>
          <p:cNvPicPr preferRelativeResize="0"/>
          <p:nvPr/>
        </p:nvPicPr>
        <p:blipFill rotWithShape="1">
          <a:blip r:embed="rId1">
            <a:alphaModFix/>
          </a:blip>
          <a:srcRect b="0" l="0" r="0" t="0"/>
          <a:stretch/>
        </p:blipFill>
        <p:spPr>
          <a:xfrm>
            <a:off x="0" y="0"/>
            <a:ext cx="12192000" cy="6858000"/>
          </a:xfrm>
          <a:prstGeom prst="rect">
            <a:avLst/>
          </a:prstGeom>
          <a:noFill/>
          <a:ln>
            <a:noFill/>
          </a:ln>
        </p:spPr>
      </p:pic>
      <p:sp>
        <p:nvSpPr>
          <p:cNvPr id="7" name="Google Shape;7;p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marR="0" rtl="0" algn="l">
              <a:lnSpc>
                <a:spcPct val="90000"/>
              </a:lnSpc>
              <a:spcBef>
                <a:spcPts val="0"/>
              </a:spcBef>
              <a:spcAft>
                <a:spcPts val="0"/>
              </a:spcAft>
              <a:buClr>
                <a:srgbClr val="5D5D5D"/>
              </a:buClr>
              <a:buSzPts val="3600"/>
              <a:buFont typeface="Open Sans Light"/>
              <a:buNone/>
              <a:defRPr b="0" i="0" sz="3600" u="none" cap="none" strike="noStrike">
                <a:solidFill>
                  <a:srgbClr val="5D5D5D"/>
                </a:solidFill>
                <a:latin typeface="Open Sans Light"/>
                <a:ea typeface="Open Sans Light"/>
                <a:cs typeface="Open Sans Light"/>
                <a:sym typeface="Open Sans Light"/>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8" name="Google Shape;8;p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55600" lvl="0" marL="4572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1pPr>
            <a:lvl2pPr indent="-355600" lvl="1" marL="9144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2pPr>
            <a:lvl3pPr indent="-355600" lvl="2" marL="13716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3pPr>
            <a:lvl4pPr indent="-355600" lvl="3" marL="18288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4pPr>
            <a:lvl5pPr indent="-355600" lvl="4" marL="22860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5pPr>
            <a:lvl6pPr indent="-406400" lvl="5" marL="2743200" marR="0" rtl="0" algn="l">
              <a:lnSpc>
                <a:spcPct val="90000"/>
              </a:lnSpc>
              <a:spcBef>
                <a:spcPts val="1000"/>
              </a:spcBef>
              <a:spcAft>
                <a:spcPts val="0"/>
              </a:spcAft>
              <a:buClr>
                <a:srgbClr val="000000"/>
              </a:buClr>
              <a:buSzPts val="2800"/>
              <a:buFont typeface="Arial"/>
              <a:buChar char="•"/>
              <a:defRPr b="1" i="0" sz="2800" u="none" cap="none" strike="noStrike">
                <a:solidFill>
                  <a:srgbClr val="000000"/>
                </a:solidFill>
                <a:latin typeface="Open Sans ExtraBold"/>
                <a:ea typeface="Open Sans ExtraBold"/>
                <a:cs typeface="Open Sans ExtraBold"/>
                <a:sym typeface="Open Sans ExtraBold"/>
              </a:defRPr>
            </a:lvl6pPr>
            <a:lvl7pPr indent="-406400" lvl="6" marL="3200400" marR="0" rtl="0" algn="l">
              <a:lnSpc>
                <a:spcPct val="90000"/>
              </a:lnSpc>
              <a:spcBef>
                <a:spcPts val="1000"/>
              </a:spcBef>
              <a:spcAft>
                <a:spcPts val="0"/>
              </a:spcAft>
              <a:buClr>
                <a:srgbClr val="000000"/>
              </a:buClr>
              <a:buSzPts val="2800"/>
              <a:buFont typeface="Arial"/>
              <a:buChar char="•"/>
              <a:defRPr b="1" i="0" sz="2800" u="none" cap="none" strike="noStrike">
                <a:solidFill>
                  <a:srgbClr val="000000"/>
                </a:solidFill>
                <a:latin typeface="Open Sans ExtraBold"/>
                <a:ea typeface="Open Sans ExtraBold"/>
                <a:cs typeface="Open Sans ExtraBold"/>
                <a:sym typeface="Open Sans ExtraBold"/>
              </a:defRPr>
            </a:lvl7pPr>
            <a:lvl8pPr indent="-406400" lvl="7" marL="3657600" marR="0" rtl="0" algn="l">
              <a:lnSpc>
                <a:spcPct val="90000"/>
              </a:lnSpc>
              <a:spcBef>
                <a:spcPts val="1000"/>
              </a:spcBef>
              <a:spcAft>
                <a:spcPts val="0"/>
              </a:spcAft>
              <a:buClr>
                <a:srgbClr val="000000"/>
              </a:buClr>
              <a:buSzPts val="2800"/>
              <a:buFont typeface="Arial"/>
              <a:buChar char="•"/>
              <a:defRPr b="1" i="0" sz="2800" u="none" cap="none" strike="noStrike">
                <a:solidFill>
                  <a:srgbClr val="000000"/>
                </a:solidFill>
                <a:latin typeface="Open Sans ExtraBold"/>
                <a:ea typeface="Open Sans ExtraBold"/>
                <a:cs typeface="Open Sans ExtraBold"/>
                <a:sym typeface="Open Sans ExtraBold"/>
              </a:defRPr>
            </a:lvl8pPr>
            <a:lvl9pPr indent="-406400" lvl="8" marL="4114800" marR="0" rtl="0" algn="l">
              <a:lnSpc>
                <a:spcPct val="90000"/>
              </a:lnSpc>
              <a:spcBef>
                <a:spcPts val="1000"/>
              </a:spcBef>
              <a:spcAft>
                <a:spcPts val="0"/>
              </a:spcAft>
              <a:buClr>
                <a:srgbClr val="000000"/>
              </a:buClr>
              <a:buSzPts val="2800"/>
              <a:buFont typeface="Arial"/>
              <a:buChar char="•"/>
              <a:defRPr b="1" i="0" sz="2800" u="none" cap="none" strike="noStrike">
                <a:solidFill>
                  <a:srgbClr val="000000"/>
                </a:solidFill>
                <a:latin typeface="Open Sans ExtraBold"/>
                <a:ea typeface="Open Sans ExtraBold"/>
                <a:cs typeface="Open Sans ExtraBold"/>
                <a:sym typeface="Open Sans ExtraBold"/>
              </a:defRPr>
            </a:lvl9pPr>
          </a:lstStyle>
          <a:p/>
        </p:txBody>
      </p:sp>
      <p:sp>
        <p:nvSpPr>
          <p:cNvPr id="9" name="Google Shape;9;p1"/>
          <p:cNvSpPr txBox="1"/>
          <p:nvPr>
            <p:ph idx="12" type="sldNum"/>
          </p:nvPr>
        </p:nvSpPr>
        <p:spPr>
          <a:xfrm>
            <a:off x="11073918" y="6400413"/>
            <a:ext cx="279883" cy="276999"/>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1pPr>
            <a:lvl2pPr indent="0" lvl="1"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2pPr>
            <a:lvl3pPr indent="0" lvl="2"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3pPr>
            <a:lvl4pPr indent="0" lvl="3"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4pPr>
            <a:lvl5pPr indent="0" lvl="4"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5pPr>
            <a:lvl6pPr indent="0" lvl="5"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6pPr>
            <a:lvl7pPr indent="0" lvl="6"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7pPr>
            <a:lvl8pPr indent="0" lvl="7"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8pPr>
            <a:lvl9pPr indent="0" lvl="8"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pic>
        <p:nvPicPr>
          <p:cNvPr descr="Picture 6" id="10" name="Google Shape;10;p1"/>
          <p:cNvPicPr preferRelativeResize="0"/>
          <p:nvPr/>
        </p:nvPicPr>
        <p:blipFill rotWithShape="1">
          <a:blip r:embed="rId1">
            <a:alphaModFix/>
          </a:blip>
          <a:srcRect b="0" l="0" r="0" t="0"/>
          <a:stretch/>
        </p:blipFill>
        <p:spPr>
          <a:xfrm>
            <a:off x="0" y="0"/>
            <a:ext cx="12192000" cy="6858000"/>
          </a:xfrm>
          <a:prstGeom prst="rect">
            <a:avLst/>
          </a:prstGeom>
          <a:noFill/>
          <a:ln>
            <a:noFill/>
          </a:ln>
        </p:spPr>
      </p:pic>
      <p:sp>
        <p:nvSpPr>
          <p:cNvPr id="11" name="Google Shape;11;p1"/>
          <p:cNvSpPr/>
          <p:nvPr/>
        </p:nvSpPr>
        <p:spPr>
          <a:xfrm>
            <a:off x="4972833" y="0"/>
            <a:ext cx="7219200" cy="6858000"/>
          </a:xfrm>
          <a:prstGeom prst="rect">
            <a:avLst/>
          </a:prstGeom>
          <a:solidFill>
            <a:srgbClr val="F2F2F2"/>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2" name="Google Shape;12;p1"/>
          <p:cNvPicPr preferRelativeResize="0"/>
          <p:nvPr/>
        </p:nvPicPr>
        <p:blipFill rotWithShape="1">
          <a:blip r:embed="rId2">
            <a:alphaModFix/>
          </a:blip>
          <a:srcRect b="0" l="0" r="0" t="0"/>
          <a:stretch/>
        </p:blipFill>
        <p:spPr>
          <a:xfrm>
            <a:off x="2604543" y="2556221"/>
            <a:ext cx="2078103" cy="131967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13"/>
          <p:cNvSpPr txBox="1"/>
          <p:nvPr>
            <p:ph type="title"/>
          </p:nvPr>
        </p:nvSpPr>
        <p:spPr>
          <a:xfrm>
            <a:off x="609600" y="275167"/>
            <a:ext cx="10972800" cy="1143300"/>
          </a:xfrm>
          <a:prstGeom prst="rect">
            <a:avLst/>
          </a:prstGeom>
          <a:noFill/>
          <a:ln>
            <a:noFill/>
          </a:ln>
        </p:spPr>
        <p:txBody>
          <a:bodyPr anchorCtr="0" anchor="ctr" bIns="60925" lIns="121900" spcFirstLastPara="1" rIns="121900" wrap="square" tIns="60925">
            <a:noAutofit/>
          </a:bodyPr>
          <a:lstStyle>
            <a:lvl1pPr lvl="0" marR="0" algn="ctr">
              <a:spcBef>
                <a:spcPts val="0"/>
              </a:spcBef>
              <a:spcAft>
                <a:spcPts val="0"/>
              </a:spcAft>
              <a:buSzPts val="1900"/>
              <a:buNone/>
              <a:defRPr b="0" i="0" sz="5900" u="none" cap="none" strike="noStrike">
                <a:solidFill>
                  <a:schemeClr val="dk1"/>
                </a:solidFill>
                <a:latin typeface="Arial"/>
                <a:ea typeface="Arial"/>
                <a:cs typeface="Arial"/>
                <a:sym typeface="Arial"/>
              </a:defRPr>
            </a:lvl1pPr>
            <a:lvl2pPr lvl="1" marR="0" algn="ctr">
              <a:spcBef>
                <a:spcPts val="0"/>
              </a:spcBef>
              <a:spcAft>
                <a:spcPts val="0"/>
              </a:spcAft>
              <a:buSzPts val="1900"/>
              <a:buNone/>
              <a:defRPr b="0" i="0" sz="5900" u="none" cap="none" strike="noStrike">
                <a:solidFill>
                  <a:schemeClr val="dk1"/>
                </a:solidFill>
                <a:latin typeface="Arial"/>
                <a:ea typeface="Arial"/>
                <a:cs typeface="Arial"/>
                <a:sym typeface="Arial"/>
              </a:defRPr>
            </a:lvl2pPr>
            <a:lvl3pPr lvl="2" marR="0" algn="ctr">
              <a:spcBef>
                <a:spcPts val="0"/>
              </a:spcBef>
              <a:spcAft>
                <a:spcPts val="0"/>
              </a:spcAft>
              <a:buSzPts val="1900"/>
              <a:buNone/>
              <a:defRPr b="0" i="0" sz="5900" u="none" cap="none" strike="noStrike">
                <a:solidFill>
                  <a:schemeClr val="dk1"/>
                </a:solidFill>
                <a:latin typeface="Arial"/>
                <a:ea typeface="Arial"/>
                <a:cs typeface="Arial"/>
                <a:sym typeface="Arial"/>
              </a:defRPr>
            </a:lvl3pPr>
            <a:lvl4pPr lvl="3" marR="0" algn="ctr">
              <a:spcBef>
                <a:spcPts val="0"/>
              </a:spcBef>
              <a:spcAft>
                <a:spcPts val="0"/>
              </a:spcAft>
              <a:buSzPts val="1900"/>
              <a:buNone/>
              <a:defRPr b="0" i="0" sz="5900" u="none" cap="none" strike="noStrike">
                <a:solidFill>
                  <a:schemeClr val="dk1"/>
                </a:solidFill>
                <a:latin typeface="Arial"/>
                <a:ea typeface="Arial"/>
                <a:cs typeface="Arial"/>
                <a:sym typeface="Arial"/>
              </a:defRPr>
            </a:lvl4pPr>
            <a:lvl5pPr lvl="4" marR="0" algn="ctr">
              <a:spcBef>
                <a:spcPts val="0"/>
              </a:spcBef>
              <a:spcAft>
                <a:spcPts val="0"/>
              </a:spcAft>
              <a:buSzPts val="1900"/>
              <a:buNone/>
              <a:defRPr b="0" i="0" sz="5900" u="none" cap="none" strike="noStrike">
                <a:solidFill>
                  <a:schemeClr val="dk1"/>
                </a:solidFill>
                <a:latin typeface="Arial"/>
                <a:ea typeface="Arial"/>
                <a:cs typeface="Arial"/>
                <a:sym typeface="Arial"/>
              </a:defRPr>
            </a:lvl5pPr>
            <a:lvl6pPr lvl="5" marR="0" algn="ctr">
              <a:spcBef>
                <a:spcPts val="0"/>
              </a:spcBef>
              <a:spcAft>
                <a:spcPts val="0"/>
              </a:spcAft>
              <a:buSzPts val="1900"/>
              <a:buNone/>
              <a:defRPr b="0" i="0" sz="5900" u="none" cap="none" strike="noStrike">
                <a:solidFill>
                  <a:schemeClr val="dk1"/>
                </a:solidFill>
                <a:latin typeface="Calibri"/>
                <a:ea typeface="Calibri"/>
                <a:cs typeface="Calibri"/>
                <a:sym typeface="Calibri"/>
              </a:defRPr>
            </a:lvl6pPr>
            <a:lvl7pPr lvl="6" marR="0" algn="ctr">
              <a:spcBef>
                <a:spcPts val="0"/>
              </a:spcBef>
              <a:spcAft>
                <a:spcPts val="0"/>
              </a:spcAft>
              <a:buSzPts val="1900"/>
              <a:buNone/>
              <a:defRPr b="0" i="0" sz="5900" u="none" cap="none" strike="noStrike">
                <a:solidFill>
                  <a:schemeClr val="dk1"/>
                </a:solidFill>
                <a:latin typeface="Calibri"/>
                <a:ea typeface="Calibri"/>
                <a:cs typeface="Calibri"/>
                <a:sym typeface="Calibri"/>
              </a:defRPr>
            </a:lvl7pPr>
            <a:lvl8pPr lvl="7" marR="0" algn="ctr">
              <a:spcBef>
                <a:spcPts val="0"/>
              </a:spcBef>
              <a:spcAft>
                <a:spcPts val="0"/>
              </a:spcAft>
              <a:buSzPts val="1900"/>
              <a:buNone/>
              <a:defRPr b="0" i="0" sz="5900" u="none" cap="none" strike="noStrike">
                <a:solidFill>
                  <a:schemeClr val="dk1"/>
                </a:solidFill>
                <a:latin typeface="Calibri"/>
                <a:ea typeface="Calibri"/>
                <a:cs typeface="Calibri"/>
                <a:sym typeface="Calibri"/>
              </a:defRPr>
            </a:lvl8pPr>
            <a:lvl9pPr lvl="8" marR="0" algn="ctr">
              <a:spcBef>
                <a:spcPts val="0"/>
              </a:spcBef>
              <a:spcAft>
                <a:spcPts val="0"/>
              </a:spcAft>
              <a:buSzPts val="1900"/>
              <a:buNone/>
              <a:defRPr b="0" i="0" sz="5900" u="none" cap="none" strike="noStrike">
                <a:solidFill>
                  <a:schemeClr val="dk1"/>
                </a:solidFill>
                <a:latin typeface="Calibri"/>
                <a:ea typeface="Calibri"/>
                <a:cs typeface="Calibri"/>
                <a:sym typeface="Calibri"/>
              </a:defRPr>
            </a:lvl9pPr>
          </a:lstStyle>
          <a:p/>
        </p:txBody>
      </p:sp>
      <p:sp>
        <p:nvSpPr>
          <p:cNvPr id="108" name="Google Shape;108;p13"/>
          <p:cNvSpPr txBox="1"/>
          <p:nvPr>
            <p:ph idx="1" type="body"/>
          </p:nvPr>
        </p:nvSpPr>
        <p:spPr>
          <a:xfrm>
            <a:off x="609600" y="1600200"/>
            <a:ext cx="10972800" cy="4525500"/>
          </a:xfrm>
          <a:prstGeom prst="rect">
            <a:avLst/>
          </a:prstGeom>
          <a:noFill/>
          <a:ln>
            <a:noFill/>
          </a:ln>
        </p:spPr>
        <p:txBody>
          <a:bodyPr anchorCtr="0" anchor="t" bIns="60925" lIns="121900" spcFirstLastPara="1" rIns="121900" wrap="square" tIns="60925">
            <a:noAutofit/>
          </a:bodyPr>
          <a:lstStyle>
            <a:lvl1pPr indent="-501650" lvl="0" marL="457200" marR="0" algn="l">
              <a:spcBef>
                <a:spcPts val="900"/>
              </a:spcBef>
              <a:spcAft>
                <a:spcPts val="0"/>
              </a:spcAft>
              <a:buClr>
                <a:schemeClr val="dk1"/>
              </a:buClr>
              <a:buSzPts val="4300"/>
              <a:buFont typeface="Arial"/>
              <a:buChar char="•"/>
              <a:defRPr b="0" i="0" sz="4300" u="none" cap="none" strike="noStrike">
                <a:solidFill>
                  <a:schemeClr val="dk1"/>
                </a:solidFill>
                <a:latin typeface="Arial"/>
                <a:ea typeface="Arial"/>
                <a:cs typeface="Arial"/>
                <a:sym typeface="Arial"/>
              </a:defRPr>
            </a:lvl1pPr>
            <a:lvl2pPr indent="-463550" lvl="1" marL="914400" marR="0" algn="l">
              <a:spcBef>
                <a:spcPts val="700"/>
              </a:spcBef>
              <a:spcAft>
                <a:spcPts val="0"/>
              </a:spcAft>
              <a:buClr>
                <a:schemeClr val="dk1"/>
              </a:buClr>
              <a:buSzPts val="3700"/>
              <a:buFont typeface="Arial"/>
              <a:buChar char="–"/>
              <a:defRPr b="0" i="0" sz="3700" u="none" cap="none" strike="noStrike">
                <a:solidFill>
                  <a:schemeClr val="dk1"/>
                </a:solidFill>
                <a:latin typeface="Arial"/>
                <a:ea typeface="Arial"/>
                <a:cs typeface="Arial"/>
                <a:sym typeface="Arial"/>
              </a:defRPr>
            </a:lvl2pPr>
            <a:lvl3pPr indent="-431800" lvl="2" marL="1371600" marR="0" algn="l">
              <a:spcBef>
                <a:spcPts val="60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400050" lvl="3" marL="1828800" marR="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4pPr>
            <a:lvl5pPr indent="-400050" lvl="4" marL="2286000" marR="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5pPr>
            <a:lvl6pPr indent="-400050" lvl="5" marL="2743200" marR="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6pPr>
            <a:lvl7pPr indent="-400050" lvl="6" marL="3200400" marR="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7pPr>
            <a:lvl8pPr indent="-400050" lvl="7" marL="3657600" marR="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8pPr>
            <a:lvl9pPr indent="-400050" lvl="8" marL="4114800" marR="0" algn="l">
              <a:spcBef>
                <a:spcPts val="5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9pPr>
          </a:lstStyle>
          <a:p/>
        </p:txBody>
      </p:sp>
      <p:sp>
        <p:nvSpPr>
          <p:cNvPr id="109" name="Google Shape;109;p13"/>
          <p:cNvSpPr txBox="1"/>
          <p:nvPr>
            <p:ph idx="10" type="dt"/>
          </p:nvPr>
        </p:nvSpPr>
        <p:spPr>
          <a:xfrm>
            <a:off x="609600" y="6356351"/>
            <a:ext cx="2844900" cy="366000"/>
          </a:xfrm>
          <a:prstGeom prst="rect">
            <a:avLst/>
          </a:prstGeom>
          <a:noFill/>
          <a:ln>
            <a:noFill/>
          </a:ln>
        </p:spPr>
        <p:txBody>
          <a:bodyPr anchorCtr="0" anchor="ctr" bIns="60925" lIns="121900" spcFirstLastPara="1" rIns="121900" wrap="square" tIns="60925">
            <a:noAutofit/>
          </a:bodyPr>
          <a:lstStyle>
            <a:lvl1pPr lvl="0" marR="0" algn="l">
              <a:spcBef>
                <a:spcPts val="0"/>
              </a:spcBef>
              <a:spcAft>
                <a:spcPts val="0"/>
              </a:spcAft>
              <a:buSzPts val="1900"/>
              <a:buNone/>
              <a:defRPr b="0" i="0" sz="1600" u="none" cap="none" strike="noStrike">
                <a:solidFill>
                  <a:srgbClr val="898989"/>
                </a:solidFill>
                <a:latin typeface="Calibri"/>
                <a:ea typeface="Calibri"/>
                <a:cs typeface="Calibri"/>
                <a:sym typeface="Calibri"/>
              </a:defRPr>
            </a:lvl1pPr>
            <a:lvl2pPr lvl="1"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2pPr>
            <a:lvl3pPr lvl="2"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3pPr>
            <a:lvl4pPr lvl="3"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4pPr>
            <a:lvl5pPr lvl="4"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5pPr>
            <a:lvl6pPr lvl="5"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6pPr>
            <a:lvl7pPr lvl="6"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7pPr>
            <a:lvl8pPr lvl="7"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8pPr>
            <a:lvl9pPr lvl="8"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9pPr>
          </a:lstStyle>
          <a:p/>
        </p:txBody>
      </p:sp>
      <p:sp>
        <p:nvSpPr>
          <p:cNvPr id="110" name="Google Shape;110;p13"/>
          <p:cNvSpPr txBox="1"/>
          <p:nvPr>
            <p:ph idx="11" type="ftr"/>
          </p:nvPr>
        </p:nvSpPr>
        <p:spPr>
          <a:xfrm>
            <a:off x="4165600" y="6356351"/>
            <a:ext cx="3860700" cy="366000"/>
          </a:xfrm>
          <a:prstGeom prst="rect">
            <a:avLst/>
          </a:prstGeom>
          <a:noFill/>
          <a:ln>
            <a:noFill/>
          </a:ln>
        </p:spPr>
        <p:txBody>
          <a:bodyPr anchorCtr="0" anchor="ctr" bIns="60925" lIns="121900" spcFirstLastPara="1" rIns="121900" wrap="square" tIns="60925">
            <a:noAutofit/>
          </a:bodyPr>
          <a:lstStyle>
            <a:lvl1pPr lvl="0" marR="0" algn="ctr">
              <a:spcBef>
                <a:spcPts val="0"/>
              </a:spcBef>
              <a:spcAft>
                <a:spcPts val="0"/>
              </a:spcAft>
              <a:buSzPts val="1900"/>
              <a:buNone/>
              <a:defRPr b="0" i="0" sz="1600" u="none" cap="none" strike="noStrike">
                <a:solidFill>
                  <a:srgbClr val="888888"/>
                </a:solidFill>
                <a:latin typeface="Arial"/>
                <a:ea typeface="Arial"/>
                <a:cs typeface="Arial"/>
                <a:sym typeface="Arial"/>
              </a:defRPr>
            </a:lvl1pPr>
            <a:lvl2pPr lvl="1"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2pPr>
            <a:lvl3pPr lvl="2"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3pPr>
            <a:lvl4pPr lvl="3"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4pPr>
            <a:lvl5pPr lvl="4"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5pPr>
            <a:lvl6pPr lvl="5"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6pPr>
            <a:lvl7pPr lvl="6"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7pPr>
            <a:lvl8pPr lvl="7"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8pPr>
            <a:lvl9pPr lvl="8" marR="0" algn="l">
              <a:spcBef>
                <a:spcPts val="0"/>
              </a:spcBef>
              <a:spcAft>
                <a:spcPts val="0"/>
              </a:spcAft>
              <a:buSzPts val="1900"/>
              <a:buNone/>
              <a:defRPr b="0" i="0" sz="3200" u="none" cap="none" strike="noStrike">
                <a:solidFill>
                  <a:schemeClr val="dk1"/>
                </a:solidFill>
                <a:latin typeface="Calibri"/>
                <a:ea typeface="Calibri"/>
                <a:cs typeface="Calibri"/>
                <a:sym typeface="Calibri"/>
              </a:defRPr>
            </a:lvl9pPr>
          </a:lstStyle>
          <a:p/>
        </p:txBody>
      </p:sp>
      <p:sp>
        <p:nvSpPr>
          <p:cNvPr id="111" name="Google Shape;111;p13"/>
          <p:cNvSpPr txBox="1"/>
          <p:nvPr>
            <p:ph idx="12" type="sldNum"/>
          </p:nvPr>
        </p:nvSpPr>
        <p:spPr>
          <a:xfrm>
            <a:off x="8737600" y="6356351"/>
            <a:ext cx="2844900" cy="366000"/>
          </a:xfrm>
          <a:prstGeom prst="rect">
            <a:avLst/>
          </a:prstGeom>
          <a:noFill/>
          <a:ln>
            <a:noFill/>
          </a:ln>
        </p:spPr>
        <p:txBody>
          <a:bodyPr anchorCtr="0" anchor="ctr" bIns="60925" lIns="121900" spcFirstLastPara="1" rIns="121900" wrap="square" tIns="60925">
            <a:noAutofit/>
          </a:bodyPr>
          <a:lstStyle>
            <a:lvl1pPr indent="0" lvl="0" marL="0" marR="0" algn="r">
              <a:spcBef>
                <a:spcPts val="0"/>
              </a:spcBef>
              <a:spcAft>
                <a:spcPts val="0"/>
              </a:spcAft>
              <a:buNone/>
              <a:defRPr b="0" i="0" sz="16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6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6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6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6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6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6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6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6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hyperlink" Target="http://drive.google.com/file/d/1PBFfXrbli7sYeAnLrRKWthCl2Pdsenm5/view" TargetMode="Externa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25.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28.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44.png"/><Relationship Id="rId4" Type="http://schemas.openxmlformats.org/officeDocument/2006/relationships/image" Target="../media/image43.png"/><Relationship Id="rId5"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40.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31.png"/><Relationship Id="rId4" Type="http://schemas.openxmlformats.org/officeDocument/2006/relationships/image" Target="../media/image41.png"/><Relationship Id="rId5"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image" Target="../media/image23.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5"/>
          <p:cNvPicPr preferRelativeResize="0"/>
          <p:nvPr/>
        </p:nvPicPr>
        <p:blipFill rotWithShape="1">
          <a:blip r:embed="rId3">
            <a:alphaModFix/>
          </a:blip>
          <a:srcRect b="0" l="0" r="0" t="0"/>
          <a:stretch/>
        </p:blipFill>
        <p:spPr>
          <a:xfrm>
            <a:off x="2157625" y="1604358"/>
            <a:ext cx="3454400" cy="3456516"/>
          </a:xfrm>
          <a:prstGeom prst="rect">
            <a:avLst/>
          </a:prstGeom>
          <a:noFill/>
          <a:ln>
            <a:noFill/>
          </a:ln>
        </p:spPr>
      </p:pic>
      <p:sp>
        <p:nvSpPr>
          <p:cNvPr id="186" name="Google Shape;186;p25"/>
          <p:cNvSpPr txBox="1"/>
          <p:nvPr/>
        </p:nvSpPr>
        <p:spPr>
          <a:xfrm>
            <a:off x="5952775" y="2844738"/>
            <a:ext cx="828000" cy="7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300">
                <a:solidFill>
                  <a:schemeClr val="dk1"/>
                </a:solidFill>
              </a:rPr>
              <a:t>X</a:t>
            </a:r>
            <a:endParaRPr sz="4300">
              <a:solidFill>
                <a:schemeClr val="dk1"/>
              </a:solidFill>
            </a:endParaRPr>
          </a:p>
        </p:txBody>
      </p:sp>
      <p:sp>
        <p:nvSpPr>
          <p:cNvPr id="187" name="Google Shape;187;p25"/>
          <p:cNvSpPr txBox="1"/>
          <p:nvPr/>
        </p:nvSpPr>
        <p:spPr>
          <a:xfrm>
            <a:off x="216025" y="334275"/>
            <a:ext cx="12192000" cy="57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rgbClr val="5D5D5D"/>
                </a:solidFill>
                <a:latin typeface="Open Sans"/>
                <a:ea typeface="Open Sans"/>
                <a:cs typeface="Open Sans"/>
                <a:sym typeface="Open Sans"/>
              </a:rPr>
              <a:t>Multi Modal Anomaly Detection - MSDAS Capstone Project</a:t>
            </a:r>
            <a:endParaRPr sz="2800">
              <a:solidFill>
                <a:srgbClr val="5D5D5D"/>
              </a:solidFill>
              <a:latin typeface="Open Sans"/>
              <a:ea typeface="Open Sans"/>
              <a:cs typeface="Open Sans"/>
              <a:sym typeface="Open Sans"/>
            </a:endParaRPr>
          </a:p>
          <a:p>
            <a:pPr indent="0" lvl="0" marL="0" rtl="0" algn="l">
              <a:spcBef>
                <a:spcPts val="0"/>
              </a:spcBef>
              <a:spcAft>
                <a:spcPts val="0"/>
              </a:spcAft>
              <a:buNone/>
            </a:pPr>
            <a:r>
              <a:t/>
            </a:r>
            <a:endParaRPr b="1" sz="3400">
              <a:solidFill>
                <a:srgbClr val="5D5D5D"/>
              </a:solidFill>
              <a:latin typeface="Open Sans"/>
              <a:ea typeface="Open Sans"/>
              <a:cs typeface="Open Sans"/>
              <a:sym typeface="Open Sans"/>
            </a:endParaRPr>
          </a:p>
        </p:txBody>
      </p:sp>
      <p:sp>
        <p:nvSpPr>
          <p:cNvPr id="188" name="Google Shape;188;p25"/>
          <p:cNvSpPr txBox="1"/>
          <p:nvPr/>
        </p:nvSpPr>
        <p:spPr>
          <a:xfrm>
            <a:off x="1342050" y="6207075"/>
            <a:ext cx="9507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800">
                <a:solidFill>
                  <a:srgbClr val="5D5D5D"/>
                </a:solidFill>
                <a:latin typeface="Open Sans"/>
                <a:ea typeface="Open Sans"/>
                <a:cs typeface="Open Sans"/>
                <a:sym typeface="Open Sans"/>
              </a:rPr>
              <a:t>Bingcheng Wang, Chehak Arora, Marius Nwobi</a:t>
            </a:r>
            <a:endParaRPr sz="2800">
              <a:solidFill>
                <a:srgbClr val="5D5D5D"/>
              </a:solidFill>
              <a:latin typeface="Open Sans"/>
              <a:ea typeface="Open Sans"/>
              <a:cs typeface="Open Sans"/>
              <a:sym typeface="Open Sans"/>
            </a:endParaRPr>
          </a:p>
        </p:txBody>
      </p:sp>
      <p:pic>
        <p:nvPicPr>
          <p:cNvPr id="189" name="Google Shape;189;p25"/>
          <p:cNvPicPr preferRelativeResize="0"/>
          <p:nvPr/>
        </p:nvPicPr>
        <p:blipFill>
          <a:blip r:embed="rId4">
            <a:alphaModFix/>
          </a:blip>
          <a:stretch>
            <a:fillRect/>
          </a:stretch>
        </p:blipFill>
        <p:spPr>
          <a:xfrm>
            <a:off x="6981000" y="1589676"/>
            <a:ext cx="3660425" cy="3456525"/>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6"/>
          <p:cNvSpPr/>
          <p:nvPr>
            <p:ph idx="2" type="chart"/>
          </p:nvPr>
        </p:nvSpPr>
        <p:spPr>
          <a:xfrm>
            <a:off x="2184650" y="2225675"/>
            <a:ext cx="4710300" cy="3189300"/>
          </a:xfrm>
          <a:prstGeom prst="rect">
            <a:avLst/>
          </a:prstGeom>
        </p:spPr>
        <p:txBody>
          <a:bodyPr anchorCtr="0" anchor="t" bIns="45700" lIns="45700" spcFirstLastPara="1" rIns="45700" wrap="square" tIns="45700">
            <a:noAutofit/>
          </a:bodyPr>
          <a:lstStyle/>
          <a:p>
            <a:pPr indent="-355600" lvl="0" marL="457200" rtl="0" algn="l">
              <a:spcBef>
                <a:spcPts val="1000"/>
              </a:spcBef>
              <a:spcAft>
                <a:spcPts val="0"/>
              </a:spcAft>
              <a:buSzPts val="2000"/>
              <a:buChar char="●"/>
            </a:pPr>
            <a:r>
              <a:rPr lang="en-US"/>
              <a:t>Approach 1: </a:t>
            </a:r>
            <a:endParaRPr/>
          </a:p>
          <a:p>
            <a:pPr indent="-355600" lvl="1" marL="914400" rtl="0" algn="l">
              <a:spcBef>
                <a:spcPts val="0"/>
              </a:spcBef>
              <a:spcAft>
                <a:spcPts val="0"/>
              </a:spcAft>
              <a:buSzPts val="2000"/>
              <a:buChar char="○"/>
            </a:pPr>
            <a:r>
              <a:rPr lang="en-US"/>
              <a:t>Ensemble Methods using HDBSCAN, IsoForest, KMeans</a:t>
            </a:r>
            <a:endParaRPr/>
          </a:p>
          <a:p>
            <a:pPr indent="-355600" lvl="1" marL="914400" rtl="0" algn="l">
              <a:spcBef>
                <a:spcPts val="0"/>
              </a:spcBef>
              <a:spcAft>
                <a:spcPts val="0"/>
              </a:spcAft>
              <a:buSzPts val="2000"/>
              <a:buChar char="○"/>
            </a:pPr>
            <a:r>
              <a:rPr lang="en-US"/>
              <a:t>Sentiment Analysis</a:t>
            </a:r>
            <a:endParaRPr/>
          </a:p>
          <a:p>
            <a:pPr indent="-355600" lvl="1" marL="914400" rtl="0" algn="l">
              <a:spcBef>
                <a:spcPts val="0"/>
              </a:spcBef>
              <a:spcAft>
                <a:spcPts val="0"/>
              </a:spcAft>
              <a:buSzPts val="2000"/>
              <a:buChar char="○"/>
            </a:pPr>
            <a:r>
              <a:rPr lang="en-US"/>
              <a:t>Limitations &amp; Recommendations with the first approach</a:t>
            </a:r>
            <a:endParaRPr/>
          </a:p>
          <a:p>
            <a:pPr indent="-355600" lvl="1" marL="914400" rtl="0" algn="l">
              <a:spcBef>
                <a:spcPts val="0"/>
              </a:spcBef>
              <a:spcAft>
                <a:spcPts val="0"/>
              </a:spcAft>
              <a:buSzPts val="2000"/>
              <a:buChar char="○"/>
            </a:pPr>
            <a:r>
              <a:rPr lang="en-US"/>
              <a:t>Demo</a:t>
            </a:r>
            <a:endParaRPr/>
          </a:p>
          <a:p>
            <a:pPr indent="0" lvl="0" marL="914400" rtl="0" algn="l">
              <a:spcBef>
                <a:spcPts val="1000"/>
              </a:spcBef>
              <a:spcAft>
                <a:spcPts val="0"/>
              </a:spcAft>
              <a:buNone/>
            </a:pPr>
            <a:r>
              <a:t/>
            </a:r>
            <a:endParaRPr/>
          </a:p>
          <a:p>
            <a:pPr indent="-355600" lvl="0" marL="457200" rtl="0" algn="l">
              <a:spcBef>
                <a:spcPts val="1000"/>
              </a:spcBef>
              <a:spcAft>
                <a:spcPts val="0"/>
              </a:spcAft>
              <a:buSzPts val="2000"/>
              <a:buChar char="●"/>
            </a:pPr>
            <a:r>
              <a:rPr lang="en-US"/>
              <a:t>Approach 2: </a:t>
            </a:r>
            <a:endParaRPr/>
          </a:p>
          <a:p>
            <a:pPr indent="-355600" lvl="1" marL="914400" rtl="0" algn="l">
              <a:spcBef>
                <a:spcPts val="0"/>
              </a:spcBef>
              <a:spcAft>
                <a:spcPts val="0"/>
              </a:spcAft>
              <a:buSzPts val="2000"/>
              <a:buChar char="○"/>
            </a:pPr>
            <a:r>
              <a:rPr lang="en-US"/>
              <a:t>BERT</a:t>
            </a:r>
            <a:endParaRPr/>
          </a:p>
          <a:p>
            <a:pPr indent="-355600" lvl="1" marL="914400" rtl="0" algn="l">
              <a:spcBef>
                <a:spcPts val="0"/>
              </a:spcBef>
              <a:spcAft>
                <a:spcPts val="0"/>
              </a:spcAft>
              <a:buSzPts val="2000"/>
              <a:buChar char="○"/>
            </a:pPr>
            <a:r>
              <a:rPr lang="en-US"/>
              <a:t>Future Implementations</a:t>
            </a:r>
            <a:endParaRPr/>
          </a:p>
          <a:p>
            <a:pPr indent="-355600" lvl="1" marL="914400" rtl="0" algn="l">
              <a:spcBef>
                <a:spcPts val="0"/>
              </a:spcBef>
              <a:spcAft>
                <a:spcPts val="0"/>
              </a:spcAft>
              <a:buSzPts val="2000"/>
              <a:buChar char="○"/>
            </a:pPr>
            <a:r>
              <a:rPr lang="en-US"/>
              <a:t>Demo</a:t>
            </a:r>
            <a:endParaRPr/>
          </a:p>
          <a:p>
            <a:pPr indent="0" lvl="0" marL="0" rtl="0" algn="l">
              <a:spcBef>
                <a:spcPts val="1000"/>
              </a:spcBef>
              <a:spcAft>
                <a:spcPts val="0"/>
              </a:spcAft>
              <a:buNone/>
            </a:pPr>
            <a:r>
              <a:rPr lang="en-US"/>
              <a:t> </a:t>
            </a:r>
            <a:endParaRPr/>
          </a:p>
        </p:txBody>
      </p:sp>
      <p:sp>
        <p:nvSpPr>
          <p:cNvPr id="195" name="Google Shape;195;p26"/>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rPr lang="en-US"/>
              <a:t>Agenda</a:t>
            </a:r>
            <a:endParaRPr/>
          </a:p>
        </p:txBody>
      </p:sp>
      <p:sp>
        <p:nvSpPr>
          <p:cNvPr id="196" name="Google Shape;196;p26"/>
          <p:cNvSpPr txBox="1"/>
          <p:nvPr>
            <p:ph idx="3" type="body"/>
          </p:nvPr>
        </p:nvSpPr>
        <p:spPr>
          <a:xfrm>
            <a:off x="2184650" y="1857275"/>
            <a:ext cx="4710300" cy="368400"/>
          </a:xfrm>
          <a:prstGeom prst="rect">
            <a:avLst/>
          </a:prstGeom>
        </p:spPr>
        <p:txBody>
          <a:bodyPr anchorCtr="0" anchor="t" bIns="45700" lIns="45700" spcFirstLastPara="1" rIns="45700" wrap="square" tIns="45700">
            <a:normAutofit fontScale="70000"/>
          </a:bodyPr>
          <a:lstStyle/>
          <a:p>
            <a:pPr indent="0" lvl="0" marL="0" rtl="0" algn="l">
              <a:spcBef>
                <a:spcPts val="0"/>
              </a:spcBef>
              <a:spcAft>
                <a:spcPts val="0"/>
              </a:spcAft>
              <a:buNone/>
            </a:pPr>
            <a:r>
              <a:rPr lang="en-US" sz="2050"/>
              <a:t>1. </a:t>
            </a:r>
            <a:r>
              <a:rPr lang="en-US" sz="2050"/>
              <a:t>Anomaly Detection with Customer Care Chat </a:t>
            </a:r>
            <a:r>
              <a:rPr lang="en-US"/>
              <a:t> </a:t>
            </a:r>
            <a:endParaRPr/>
          </a:p>
        </p:txBody>
      </p:sp>
      <p:sp>
        <p:nvSpPr>
          <p:cNvPr id="197" name="Google Shape;197;p26"/>
          <p:cNvSpPr txBox="1"/>
          <p:nvPr>
            <p:ph idx="3" type="body"/>
          </p:nvPr>
        </p:nvSpPr>
        <p:spPr>
          <a:xfrm>
            <a:off x="7018525" y="1857275"/>
            <a:ext cx="47103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rPr lang="en-US" sz="1600"/>
              <a:t>2. </a:t>
            </a:r>
            <a:r>
              <a:rPr lang="en-US" sz="1600"/>
              <a:t>Anomaly Detection with Transactions </a:t>
            </a:r>
            <a:endParaRPr sz="1600"/>
          </a:p>
        </p:txBody>
      </p:sp>
      <p:sp>
        <p:nvSpPr>
          <p:cNvPr id="198" name="Google Shape;198;p26"/>
          <p:cNvSpPr/>
          <p:nvPr>
            <p:ph idx="2" type="chart"/>
          </p:nvPr>
        </p:nvSpPr>
        <p:spPr>
          <a:xfrm>
            <a:off x="7018525" y="2328675"/>
            <a:ext cx="4710300" cy="3189300"/>
          </a:xfrm>
          <a:prstGeom prst="rect">
            <a:avLst/>
          </a:prstGeom>
        </p:spPr>
        <p:txBody>
          <a:bodyPr anchorCtr="0" anchor="t" bIns="45700" lIns="45700" spcFirstLastPara="1" rIns="45700" wrap="square" tIns="45700">
            <a:noAutofit/>
          </a:bodyPr>
          <a:lstStyle/>
          <a:p>
            <a:pPr indent="-355600" lvl="0" marL="457200" rtl="0" algn="l">
              <a:spcBef>
                <a:spcPts val="1000"/>
              </a:spcBef>
              <a:spcAft>
                <a:spcPts val="0"/>
              </a:spcAft>
              <a:buSzPts val="2000"/>
              <a:buChar char="●"/>
            </a:pPr>
            <a:r>
              <a:rPr lang="en-US"/>
              <a:t>Approach 1: </a:t>
            </a:r>
            <a:r>
              <a:rPr lang="en-US"/>
              <a:t>Card/User information for Segmentation</a:t>
            </a:r>
            <a:endParaRPr/>
          </a:p>
          <a:p>
            <a:pPr indent="-355600" lvl="0" marL="457200" rtl="0" algn="l">
              <a:spcBef>
                <a:spcPts val="1000"/>
              </a:spcBef>
              <a:spcAft>
                <a:spcPts val="0"/>
              </a:spcAft>
              <a:buSzPts val="2000"/>
              <a:buChar char="●"/>
            </a:pPr>
            <a:r>
              <a:rPr lang="en-US"/>
              <a:t>Approach 2: </a:t>
            </a:r>
            <a:r>
              <a:rPr lang="en-US"/>
              <a:t>MCC-Based Transaction Analysis</a:t>
            </a:r>
            <a:endParaRPr/>
          </a:p>
          <a:p>
            <a:pPr indent="-355600" lvl="0" marL="457200" rtl="0" algn="l">
              <a:spcBef>
                <a:spcPts val="1000"/>
              </a:spcBef>
              <a:spcAft>
                <a:spcPts val="0"/>
              </a:spcAft>
              <a:buSzPts val="2000"/>
              <a:buChar char="●"/>
            </a:pPr>
            <a:r>
              <a:rPr lang="en-US"/>
              <a:t>Final Approach</a:t>
            </a:r>
            <a:endParaRPr/>
          </a:p>
          <a:p>
            <a:pPr indent="-355600" lvl="0" marL="457200" rtl="0" algn="l">
              <a:spcBef>
                <a:spcPts val="1000"/>
              </a:spcBef>
              <a:spcAft>
                <a:spcPts val="0"/>
              </a:spcAft>
              <a:buSzPts val="2000"/>
              <a:buChar char="●"/>
            </a:pPr>
            <a:r>
              <a:rPr lang="en-US"/>
              <a:t>Demo</a:t>
            </a:r>
            <a:endParaRPr/>
          </a:p>
          <a:p>
            <a:pPr indent="0" lvl="0" marL="914400" rtl="0" algn="l">
              <a:spcBef>
                <a:spcPts val="1000"/>
              </a:spcBef>
              <a:spcAft>
                <a:spcPts val="0"/>
              </a:spcAft>
              <a:buNone/>
            </a:pPr>
            <a:r>
              <a:t/>
            </a:r>
            <a:endParaRPr/>
          </a:p>
          <a:p>
            <a:pPr indent="0" lvl="0" marL="0" rtl="0" algn="l">
              <a:spcBef>
                <a:spcPts val="1000"/>
              </a:spcBef>
              <a:spcAft>
                <a:spcPts val="0"/>
              </a:spcAft>
              <a:buNone/>
            </a:pPr>
            <a:r>
              <a:rPr lang="en-US"/>
              <a:t> </a:t>
            </a:r>
            <a:endParaRPr/>
          </a:p>
        </p:txBody>
      </p:sp>
      <p:sp>
        <p:nvSpPr>
          <p:cNvPr id="199" name="Google Shape;199;p26"/>
          <p:cNvSpPr txBox="1"/>
          <p:nvPr>
            <p:ph idx="3" type="body"/>
          </p:nvPr>
        </p:nvSpPr>
        <p:spPr>
          <a:xfrm>
            <a:off x="7158550" y="4776575"/>
            <a:ext cx="47103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rPr lang="en-US" sz="1600"/>
              <a:t>3. Key Takeaways &amp; Recommendations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txBox="1"/>
          <p:nvPr>
            <p:ph idx="1" type="body"/>
          </p:nvPr>
        </p:nvSpPr>
        <p:spPr>
          <a:xfrm>
            <a:off x="2384125" y="780363"/>
            <a:ext cx="5883300" cy="646200"/>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5D5D5D"/>
              </a:buClr>
              <a:buSzPts val="3600"/>
              <a:buNone/>
            </a:pPr>
            <a:r>
              <a:rPr lang="en-US"/>
              <a:t>NLP Dataset</a:t>
            </a:r>
            <a:endParaRPr/>
          </a:p>
        </p:txBody>
      </p:sp>
      <p:sp>
        <p:nvSpPr>
          <p:cNvPr id="205" name="Google Shape;205;p27"/>
          <p:cNvSpPr txBox="1"/>
          <p:nvPr>
            <p:ph idx="3" type="body"/>
          </p:nvPr>
        </p:nvSpPr>
        <p:spPr>
          <a:xfrm>
            <a:off x="2308225" y="1870513"/>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rPr lang="en-US"/>
              <a:t>Problem Statement</a:t>
            </a:r>
            <a:endParaRPr/>
          </a:p>
        </p:txBody>
      </p:sp>
      <p:sp>
        <p:nvSpPr>
          <p:cNvPr id="206" name="Google Shape;206;p27"/>
          <p:cNvSpPr/>
          <p:nvPr>
            <p:ph idx="2" type="chart"/>
          </p:nvPr>
        </p:nvSpPr>
        <p:spPr>
          <a:xfrm>
            <a:off x="2308225" y="2279100"/>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rPr lang="en-US"/>
              <a:t>Identifying anomalous conversations in large volumes of textual data is challenging due to class imbalance and the subtle nature of anomalies. Traditional anomaly detection models often fail to capture nuanced patterns, leading to low recall for rare anomalous cases. </a:t>
            </a:r>
            <a:endParaRPr/>
          </a:p>
        </p:txBody>
      </p:sp>
      <p:sp>
        <p:nvSpPr>
          <p:cNvPr id="207" name="Google Shape;207;p27"/>
          <p:cNvSpPr txBox="1"/>
          <p:nvPr>
            <p:ph idx="3" type="body"/>
          </p:nvPr>
        </p:nvSpPr>
        <p:spPr>
          <a:xfrm>
            <a:off x="2308225" y="400418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rPr lang="en-US"/>
              <a:t>Goal</a:t>
            </a:r>
            <a:endParaRPr/>
          </a:p>
        </p:txBody>
      </p:sp>
      <p:sp>
        <p:nvSpPr>
          <p:cNvPr id="208" name="Google Shape;208;p27"/>
          <p:cNvSpPr txBox="1"/>
          <p:nvPr/>
        </p:nvSpPr>
        <p:spPr>
          <a:xfrm>
            <a:off x="2308225" y="4520875"/>
            <a:ext cx="6843000" cy="101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US" sz="2000">
                <a:solidFill>
                  <a:srgbClr val="5D5D5D"/>
                </a:solidFill>
                <a:latin typeface="Open Sans Light"/>
                <a:ea typeface="Open Sans Light"/>
                <a:cs typeface="Open Sans Light"/>
                <a:sym typeface="Open Sans Light"/>
              </a:rPr>
              <a:t>Build a robust anomaly detection pipeline using a combination of feature extraction, dimensionality reduction, and clustering techniques.</a:t>
            </a:r>
            <a:endParaRPr sz="2000">
              <a:solidFill>
                <a:srgbClr val="5D5D5D"/>
              </a:solidFill>
              <a:latin typeface="Open Sans Light"/>
              <a:ea typeface="Open Sans Light"/>
              <a:cs typeface="Open Sans Light"/>
              <a:sym typeface="Open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ph idx="1" type="body"/>
          </p:nvPr>
        </p:nvSpPr>
        <p:spPr>
          <a:xfrm>
            <a:off x="2384125" y="780375"/>
            <a:ext cx="9114900" cy="646200"/>
          </a:xfrm>
          <a:prstGeom prst="rect">
            <a:avLst/>
          </a:prstGeom>
        </p:spPr>
        <p:txBody>
          <a:bodyPr anchorCtr="0" anchor="ctr" bIns="45700" lIns="45700" spcFirstLastPara="1" rIns="45700" wrap="square" tIns="45700">
            <a:normAutofit fontScale="85000"/>
          </a:bodyPr>
          <a:lstStyle/>
          <a:p>
            <a:pPr indent="0" lvl="0" marL="0" rtl="0" algn="l">
              <a:spcBef>
                <a:spcPts val="1000"/>
              </a:spcBef>
              <a:spcAft>
                <a:spcPts val="0"/>
              </a:spcAft>
              <a:buNone/>
            </a:pPr>
            <a:r>
              <a:rPr lang="en-US"/>
              <a:t>Model Choices for Sentiment Anomaly Detection</a:t>
            </a:r>
            <a:endParaRPr/>
          </a:p>
        </p:txBody>
      </p:sp>
      <p:graphicFrame>
        <p:nvGraphicFramePr>
          <p:cNvPr id="214" name="Google Shape;214;p28"/>
          <p:cNvGraphicFramePr/>
          <p:nvPr/>
        </p:nvGraphicFramePr>
        <p:xfrm>
          <a:off x="1953663" y="1787700"/>
          <a:ext cx="3000000" cy="3000000"/>
        </p:xfrm>
        <a:graphic>
          <a:graphicData uri="http://schemas.openxmlformats.org/drawingml/2006/table">
            <a:tbl>
              <a:tblPr>
                <a:noFill/>
                <a:tableStyleId>{FEF840A9-030A-45F9-8A15-06293322FCAD}</a:tableStyleId>
              </a:tblPr>
              <a:tblGrid>
                <a:gridCol w="3325275"/>
                <a:gridCol w="3325275"/>
                <a:gridCol w="3325275"/>
              </a:tblGrid>
              <a:tr h="368675">
                <a:tc>
                  <a:txBody>
                    <a:bodyPr/>
                    <a:lstStyle/>
                    <a:p>
                      <a:pPr indent="0" lvl="0" marL="0" rtl="0" algn="l">
                        <a:spcBef>
                          <a:spcPts val="0"/>
                        </a:spcBef>
                        <a:spcAft>
                          <a:spcPts val="0"/>
                        </a:spcAft>
                        <a:buNone/>
                      </a:pPr>
                      <a:r>
                        <a:rPr b="1" lang="en-US" sz="1500">
                          <a:latin typeface="Open Sans"/>
                          <a:ea typeface="Open Sans"/>
                          <a:cs typeface="Open Sans"/>
                          <a:sym typeface="Open Sans"/>
                        </a:rPr>
                        <a:t>HDBSCAN</a:t>
                      </a:r>
                      <a:endParaRPr b="1" sz="1500">
                        <a:latin typeface="Open Sans"/>
                        <a:ea typeface="Open Sans"/>
                        <a:cs typeface="Open Sans"/>
                        <a:sym typeface="Open Sans"/>
                      </a:endParaRPr>
                    </a:p>
                  </a:txBody>
                  <a:tcPr marT="91425" marB="91425" marR="91425" marL="91425"/>
                </a:tc>
                <a:tc>
                  <a:txBody>
                    <a:bodyPr/>
                    <a:lstStyle/>
                    <a:p>
                      <a:pPr indent="0" lvl="0" marL="0" rtl="0" algn="l">
                        <a:lnSpc>
                          <a:spcPct val="115000"/>
                        </a:lnSpc>
                        <a:spcBef>
                          <a:spcPts val="1200"/>
                        </a:spcBef>
                        <a:spcAft>
                          <a:spcPts val="1200"/>
                        </a:spcAft>
                        <a:buNone/>
                      </a:pPr>
                      <a:r>
                        <a:rPr b="1" lang="en-US" sz="1500">
                          <a:latin typeface="Open Sans"/>
                          <a:ea typeface="Open Sans"/>
                          <a:cs typeface="Open Sans"/>
                          <a:sym typeface="Open Sans"/>
                        </a:rPr>
                        <a:t>KMeans</a:t>
                      </a:r>
                      <a:endParaRPr b="1" sz="15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b="1" lang="en-US" sz="1500">
                          <a:latin typeface="Open Sans"/>
                          <a:ea typeface="Open Sans"/>
                          <a:cs typeface="Open Sans"/>
                          <a:sym typeface="Open Sans"/>
                        </a:rPr>
                        <a:t>Isolation Forest</a:t>
                      </a:r>
                      <a:endParaRPr b="1" sz="1500">
                        <a:latin typeface="Open Sans"/>
                        <a:ea typeface="Open Sans"/>
                        <a:cs typeface="Open Sans"/>
                        <a:sym typeface="Open Sans"/>
                      </a:endParaRPr>
                    </a:p>
                  </a:txBody>
                  <a:tcPr marT="91425" marB="91425" marR="91425" marL="91425"/>
                </a:tc>
              </a:tr>
              <a:tr h="765750">
                <a:tc>
                  <a:txBody>
                    <a:bodyPr/>
                    <a:lstStyle/>
                    <a:p>
                      <a:pPr indent="0" lvl="0" marL="0" rtl="0" algn="l">
                        <a:spcBef>
                          <a:spcPts val="0"/>
                        </a:spcBef>
                        <a:spcAft>
                          <a:spcPts val="0"/>
                        </a:spcAft>
                        <a:buNone/>
                      </a:pPr>
                      <a:r>
                        <a:rPr lang="en-US" sz="1500">
                          <a:latin typeface="Open Sans Light"/>
                          <a:ea typeface="Open Sans Light"/>
                          <a:cs typeface="Open Sans Light"/>
                          <a:sym typeface="Open Sans Light"/>
                        </a:rPr>
                        <a:t>Customer Queries Naturally Form Dense Topics</a:t>
                      </a:r>
                      <a:endParaRPr sz="1500">
                        <a:latin typeface="Open Sans Light"/>
                        <a:ea typeface="Open Sans Light"/>
                        <a:cs typeface="Open Sans Light"/>
                        <a:sym typeface="Open Sans Light"/>
                      </a:endParaRPr>
                    </a:p>
                  </a:txBody>
                  <a:tcPr marT="91425" marB="91425" marR="91425" marL="91425"/>
                </a:tc>
                <a:tc>
                  <a:txBody>
                    <a:bodyPr/>
                    <a:lstStyle/>
                    <a:p>
                      <a:pPr indent="0" lvl="0" marL="0" rtl="0" algn="l">
                        <a:spcBef>
                          <a:spcPts val="0"/>
                        </a:spcBef>
                        <a:spcAft>
                          <a:spcPts val="0"/>
                        </a:spcAft>
                        <a:buNone/>
                      </a:pPr>
                      <a:r>
                        <a:rPr lang="en-US" sz="1500">
                          <a:latin typeface="Open Sans Light"/>
                          <a:ea typeface="Open Sans Light"/>
                          <a:cs typeface="Open Sans Light"/>
                          <a:sym typeface="Open Sans Light"/>
                        </a:rPr>
                        <a:t>Catches inputs that are far away from average behavior in semantic space.</a:t>
                      </a:r>
                      <a:endParaRPr sz="1500">
                        <a:latin typeface="Open Sans Light"/>
                        <a:ea typeface="Open Sans Light"/>
                        <a:cs typeface="Open Sans Light"/>
                        <a:sym typeface="Open Sans Light"/>
                      </a:endParaRPr>
                    </a:p>
                  </a:txBody>
                  <a:tcPr marT="91425" marB="91425" marR="91425" marL="91425"/>
                </a:tc>
                <a:tc>
                  <a:txBody>
                    <a:bodyPr/>
                    <a:lstStyle/>
                    <a:p>
                      <a:pPr indent="0" lvl="0" marL="0" rtl="0" algn="l">
                        <a:spcBef>
                          <a:spcPts val="0"/>
                        </a:spcBef>
                        <a:spcAft>
                          <a:spcPts val="0"/>
                        </a:spcAft>
                        <a:buNone/>
                      </a:pPr>
                      <a:r>
                        <a:rPr lang="en-US" sz="1500">
                          <a:latin typeface="Open Sans Light"/>
                          <a:ea typeface="Open Sans Light"/>
                          <a:cs typeface="Open Sans Light"/>
                          <a:sym typeface="Open Sans Light"/>
                        </a:rPr>
                        <a:t>Sensitive to numeric and frequency anomalies (e.g., </a:t>
                      </a:r>
                      <a:r>
                        <a:rPr i="1" lang="en-US" sz="1500">
                          <a:latin typeface="Open Sans Light"/>
                          <a:ea typeface="Open Sans Light"/>
                          <a:cs typeface="Open Sans Light"/>
                          <a:sym typeface="Open Sans Light"/>
                        </a:rPr>
                        <a:t>$500</a:t>
                      </a:r>
                      <a:r>
                        <a:rPr lang="en-US" sz="1500">
                          <a:latin typeface="Open Sans Light"/>
                          <a:ea typeface="Open Sans Light"/>
                          <a:cs typeface="Open Sans Light"/>
                          <a:sym typeface="Open Sans Light"/>
                        </a:rPr>
                        <a:t>, </a:t>
                      </a:r>
                      <a:r>
                        <a:rPr i="1" lang="en-US" sz="1500">
                          <a:latin typeface="Open Sans Light"/>
                          <a:ea typeface="Open Sans Light"/>
                          <a:cs typeface="Open Sans Light"/>
                          <a:sym typeface="Open Sans Light"/>
                        </a:rPr>
                        <a:t>overbilled</a:t>
                      </a:r>
                      <a:r>
                        <a:rPr lang="en-US" sz="1500">
                          <a:latin typeface="Open Sans Light"/>
                          <a:ea typeface="Open Sans Light"/>
                          <a:cs typeface="Open Sans Light"/>
                          <a:sym typeface="Open Sans Light"/>
                        </a:rPr>
                        <a:t>, </a:t>
                      </a:r>
                      <a:r>
                        <a:rPr i="1" lang="en-US" sz="1500">
                          <a:latin typeface="Open Sans Light"/>
                          <a:ea typeface="Open Sans Light"/>
                          <a:cs typeface="Open Sans Light"/>
                          <a:sym typeface="Open Sans Light"/>
                        </a:rPr>
                        <a:t>3x charged</a:t>
                      </a:r>
                      <a:r>
                        <a:rPr lang="en-US" sz="1500">
                          <a:latin typeface="Open Sans Light"/>
                          <a:ea typeface="Open Sans Light"/>
                          <a:cs typeface="Open Sans Light"/>
                          <a:sym typeface="Open Sans Light"/>
                        </a:rPr>
                        <a:t>).</a:t>
                      </a:r>
                      <a:endParaRPr sz="1500">
                        <a:latin typeface="Open Sans Light"/>
                        <a:ea typeface="Open Sans Light"/>
                        <a:cs typeface="Open Sans Light"/>
                        <a:sym typeface="Open Sans Light"/>
                      </a:endParaRPr>
                    </a:p>
                  </a:txBody>
                  <a:tcPr marT="91425" marB="91425" marR="91425" marL="91425"/>
                </a:tc>
              </a:tr>
              <a:tr h="1376575">
                <a:tc>
                  <a:txBody>
                    <a:bodyPr/>
                    <a:lstStyle/>
                    <a:p>
                      <a:pPr indent="0" lvl="0" marL="0" rtl="0" algn="l">
                        <a:spcBef>
                          <a:spcPts val="0"/>
                        </a:spcBef>
                        <a:spcAft>
                          <a:spcPts val="0"/>
                        </a:spcAft>
                        <a:buNone/>
                      </a:pPr>
                      <a:r>
                        <a:rPr lang="en-US" sz="1500">
                          <a:latin typeface="Open Sans Light"/>
                          <a:ea typeface="Open Sans Light"/>
                          <a:cs typeface="Open Sans Light"/>
                          <a:sym typeface="Open Sans Light"/>
                        </a:rPr>
                        <a:t>Flags sentences that don’t belong to any dense group (e.g., </a:t>
                      </a:r>
                      <a:r>
                        <a:rPr i="1" lang="en-US" sz="1500">
                          <a:latin typeface="Open Sans Light"/>
                          <a:ea typeface="Open Sans Light"/>
                          <a:cs typeface="Open Sans Light"/>
                          <a:sym typeface="Open Sans Light"/>
                        </a:rPr>
                        <a:t>“Why was I charged $100?”</a:t>
                      </a:r>
                      <a:r>
                        <a:rPr lang="en-US" sz="1500">
                          <a:latin typeface="Open Sans Light"/>
                          <a:ea typeface="Open Sans Light"/>
                          <a:cs typeface="Open Sans Light"/>
                          <a:sym typeface="Open Sans Light"/>
                        </a:rPr>
                        <a:t>)</a:t>
                      </a:r>
                      <a:endParaRPr sz="1500">
                        <a:latin typeface="Open Sans Light"/>
                        <a:ea typeface="Open Sans Light"/>
                        <a:cs typeface="Open Sans Light"/>
                        <a:sym typeface="Open Sans Light"/>
                      </a:endParaRPr>
                    </a:p>
                  </a:txBody>
                  <a:tcPr marT="91425" marB="91425" marR="91425" marL="91425"/>
                </a:tc>
                <a:tc>
                  <a:txBody>
                    <a:bodyPr/>
                    <a:lstStyle/>
                    <a:p>
                      <a:pPr indent="0" lvl="0" marL="0" rtl="0" algn="l">
                        <a:spcBef>
                          <a:spcPts val="0"/>
                        </a:spcBef>
                        <a:spcAft>
                          <a:spcPts val="0"/>
                        </a:spcAft>
                        <a:buNone/>
                      </a:pPr>
                      <a:r>
                        <a:rPr lang="en-US" sz="1500">
                          <a:latin typeface="Open Sans Light"/>
                          <a:ea typeface="Open Sans Light"/>
                          <a:cs typeface="Open Sans Light"/>
                          <a:sym typeface="Open Sans Light"/>
                        </a:rPr>
                        <a:t>Useful when the complaint has the right structure but unusual intensity or emotion.</a:t>
                      </a:r>
                      <a:endParaRPr sz="1500">
                        <a:latin typeface="Open Sans Light"/>
                        <a:ea typeface="Open Sans Light"/>
                        <a:cs typeface="Open Sans Light"/>
                        <a:sym typeface="Open Sans Light"/>
                      </a:endParaRPr>
                    </a:p>
                  </a:txBody>
                  <a:tcPr marT="91425" marB="91425" marR="91425" marL="91425"/>
                </a:tc>
                <a:tc>
                  <a:txBody>
                    <a:bodyPr/>
                    <a:lstStyle/>
                    <a:p>
                      <a:pPr indent="0" lvl="0" marL="0" rtl="0" algn="l">
                        <a:spcBef>
                          <a:spcPts val="0"/>
                        </a:spcBef>
                        <a:spcAft>
                          <a:spcPts val="0"/>
                        </a:spcAft>
                        <a:buNone/>
                      </a:pPr>
                      <a:r>
                        <a:rPr lang="en-US" sz="1500">
                          <a:latin typeface="Open Sans Light"/>
                          <a:ea typeface="Open Sans Light"/>
                          <a:cs typeface="Open Sans Light"/>
                          <a:sym typeface="Open Sans Light"/>
                        </a:rPr>
                        <a:t>Operates on embedding-level variations, doesn’t care about cluster shape — good for subtle drift.</a:t>
                      </a:r>
                      <a:br>
                        <a:rPr lang="en-US" sz="1500">
                          <a:latin typeface="Open Sans Light"/>
                          <a:ea typeface="Open Sans Light"/>
                          <a:cs typeface="Open Sans Light"/>
                          <a:sym typeface="Open Sans Light"/>
                        </a:rPr>
                      </a:br>
                      <a:endParaRPr sz="1500">
                        <a:latin typeface="Open Sans Light"/>
                        <a:ea typeface="Open Sans Light"/>
                        <a:cs typeface="Open Sans Light"/>
                        <a:sym typeface="Open Sans Light"/>
                      </a:endParaRPr>
                    </a:p>
                    <a:p>
                      <a:pPr indent="0" lvl="0" marL="0" rtl="0" algn="l">
                        <a:spcBef>
                          <a:spcPts val="0"/>
                        </a:spcBef>
                        <a:spcAft>
                          <a:spcPts val="0"/>
                        </a:spcAft>
                        <a:buNone/>
                      </a:pPr>
                      <a:r>
                        <a:t/>
                      </a:r>
                      <a:endParaRPr sz="1500">
                        <a:latin typeface="Open Sans Light"/>
                        <a:ea typeface="Open Sans Light"/>
                        <a:cs typeface="Open Sans Light"/>
                        <a:sym typeface="Open Sans Light"/>
                      </a:endParaRPr>
                    </a:p>
                  </a:txBody>
                  <a:tcPr marT="91425" marB="91425" marR="91425" marL="91425"/>
                </a:tc>
              </a:tr>
              <a:tr h="100000">
                <a:tc>
                  <a:txBody>
                    <a:bodyPr/>
                    <a:lstStyle/>
                    <a:p>
                      <a:pPr indent="0" lvl="0" marL="0" rtl="0" algn="l">
                        <a:lnSpc>
                          <a:spcPct val="115000"/>
                        </a:lnSpc>
                        <a:spcBef>
                          <a:spcPts val="1200"/>
                        </a:spcBef>
                        <a:spcAft>
                          <a:spcPts val="0"/>
                        </a:spcAft>
                        <a:buNone/>
                      </a:pPr>
                      <a:r>
                        <a:rPr lang="en-US" sz="1500">
                          <a:latin typeface="Open Sans Light"/>
                          <a:ea typeface="Open Sans Light"/>
                          <a:cs typeface="Open Sans Light"/>
                          <a:sym typeface="Open Sans Light"/>
                        </a:rPr>
                        <a:t>Great for identifying text that is rare in form or tone, like single complaints about </a:t>
                      </a:r>
                      <a:r>
                        <a:rPr i="1" lang="en-US" sz="1500">
                          <a:latin typeface="Open Sans Light"/>
                          <a:ea typeface="Open Sans Light"/>
                          <a:cs typeface="Open Sans Light"/>
                          <a:sym typeface="Open Sans Light"/>
                        </a:rPr>
                        <a:t>fraud</a:t>
                      </a:r>
                      <a:r>
                        <a:rPr lang="en-US" sz="1500">
                          <a:latin typeface="Open Sans Light"/>
                          <a:ea typeface="Open Sans Light"/>
                          <a:cs typeface="Open Sans Light"/>
                          <a:sym typeface="Open Sans Light"/>
                        </a:rPr>
                        <a:t> or </a:t>
                      </a:r>
                      <a:r>
                        <a:rPr i="1" lang="en-US" sz="1500">
                          <a:latin typeface="Open Sans Light"/>
                          <a:ea typeface="Open Sans Light"/>
                          <a:cs typeface="Open Sans Light"/>
                          <a:sym typeface="Open Sans Light"/>
                        </a:rPr>
                        <a:t>lockouts</a:t>
                      </a:r>
                      <a:r>
                        <a:rPr lang="en-US" sz="1500">
                          <a:latin typeface="Open Sans Light"/>
                          <a:ea typeface="Open Sans Light"/>
                          <a:cs typeface="Open Sans Light"/>
                          <a:sym typeface="Open Sans Light"/>
                        </a:rPr>
                        <a:t>.</a:t>
                      </a:r>
                      <a:br>
                        <a:rPr lang="en-US" sz="1500">
                          <a:latin typeface="Open Sans Light"/>
                          <a:ea typeface="Open Sans Light"/>
                          <a:cs typeface="Open Sans Light"/>
                          <a:sym typeface="Open Sans Light"/>
                        </a:rPr>
                      </a:br>
                      <a:endParaRPr sz="1500">
                        <a:latin typeface="Open Sans Light"/>
                        <a:ea typeface="Open Sans Light"/>
                        <a:cs typeface="Open Sans Light"/>
                        <a:sym typeface="Open Sans Light"/>
                      </a:endParaRPr>
                    </a:p>
                    <a:p>
                      <a:pPr indent="0" lvl="0" marL="0" rtl="0" algn="l">
                        <a:spcBef>
                          <a:spcPts val="1200"/>
                        </a:spcBef>
                        <a:spcAft>
                          <a:spcPts val="0"/>
                        </a:spcAft>
                        <a:buNone/>
                      </a:pPr>
                      <a:r>
                        <a:t/>
                      </a:r>
                      <a:endParaRPr sz="1500">
                        <a:latin typeface="Open Sans Light"/>
                        <a:ea typeface="Open Sans Light"/>
                        <a:cs typeface="Open Sans Light"/>
                        <a:sym typeface="Open Sans Light"/>
                      </a:endParaRPr>
                    </a:p>
                  </a:txBody>
                  <a:tcPr marT="91425" marB="91425" marR="91425" marL="91425"/>
                </a:tc>
                <a:tc>
                  <a:txBody>
                    <a:bodyPr/>
                    <a:lstStyle/>
                    <a:p>
                      <a:pPr indent="0" lvl="0" marL="0" rtl="0" algn="l">
                        <a:spcBef>
                          <a:spcPts val="0"/>
                        </a:spcBef>
                        <a:spcAft>
                          <a:spcPts val="0"/>
                        </a:spcAft>
                        <a:buNone/>
                      </a:pPr>
                      <a:r>
                        <a:rPr lang="en-US" sz="1500">
                          <a:latin typeface="Open Sans Light"/>
                          <a:ea typeface="Open Sans Light"/>
                          <a:cs typeface="Open Sans Light"/>
                          <a:sym typeface="Open Sans Light"/>
                        </a:rPr>
                        <a:t>Example: </a:t>
                      </a:r>
                      <a:r>
                        <a:rPr i="1" lang="en-US" sz="1500">
                          <a:latin typeface="Open Sans Light"/>
                          <a:ea typeface="Open Sans Light"/>
                          <a:cs typeface="Open Sans Light"/>
                          <a:sym typeface="Open Sans Light"/>
                        </a:rPr>
                        <a:t>“My account was charged 4 times”</a:t>
                      </a:r>
                      <a:r>
                        <a:rPr lang="en-US" sz="1500">
                          <a:latin typeface="Open Sans Light"/>
                          <a:ea typeface="Open Sans Light"/>
                          <a:cs typeface="Open Sans Light"/>
                          <a:sym typeface="Open Sans Light"/>
                        </a:rPr>
                        <a:t> sounds normal-ish but sits on the edge.</a:t>
                      </a:r>
                      <a:endParaRPr sz="1500">
                        <a:latin typeface="Open Sans Light"/>
                        <a:ea typeface="Open Sans Light"/>
                        <a:cs typeface="Open Sans Light"/>
                        <a:sym typeface="Open Sans Light"/>
                      </a:endParaRPr>
                    </a:p>
                  </a:txBody>
                  <a:tcPr marT="91425" marB="91425" marR="91425" marL="91425"/>
                </a:tc>
                <a:tc>
                  <a:txBody>
                    <a:bodyPr/>
                    <a:lstStyle/>
                    <a:p>
                      <a:pPr indent="0" lvl="0" marL="0" rtl="0" algn="l">
                        <a:lnSpc>
                          <a:spcPct val="115000"/>
                        </a:lnSpc>
                        <a:spcBef>
                          <a:spcPts val="1200"/>
                        </a:spcBef>
                        <a:spcAft>
                          <a:spcPts val="0"/>
                        </a:spcAft>
                        <a:buNone/>
                      </a:pPr>
                      <a:r>
                        <a:rPr lang="en-US" sz="1500">
                          <a:latin typeface="Open Sans Light"/>
                          <a:ea typeface="Open Sans Light"/>
                          <a:cs typeface="Open Sans Light"/>
                          <a:sym typeface="Open Sans Light"/>
                        </a:rPr>
                        <a:t>Balances the other two by being feature-agnostic.</a:t>
                      </a:r>
                      <a:br>
                        <a:rPr lang="en-US" sz="1500">
                          <a:latin typeface="Open Sans Light"/>
                          <a:ea typeface="Open Sans Light"/>
                          <a:cs typeface="Open Sans Light"/>
                          <a:sym typeface="Open Sans Light"/>
                        </a:rPr>
                      </a:br>
                      <a:endParaRPr sz="1500">
                        <a:latin typeface="Open Sans Light"/>
                        <a:ea typeface="Open Sans Light"/>
                        <a:cs typeface="Open Sans Light"/>
                        <a:sym typeface="Open Sans Light"/>
                      </a:endParaRPr>
                    </a:p>
                    <a:p>
                      <a:pPr indent="0" lvl="0" marL="0" rtl="0" algn="l">
                        <a:spcBef>
                          <a:spcPts val="1200"/>
                        </a:spcBef>
                        <a:spcAft>
                          <a:spcPts val="0"/>
                        </a:spcAft>
                        <a:buNone/>
                      </a:pPr>
                      <a:r>
                        <a:t/>
                      </a:r>
                      <a:endParaRPr sz="1500">
                        <a:latin typeface="Open Sans Light"/>
                        <a:ea typeface="Open Sans Light"/>
                        <a:cs typeface="Open Sans Light"/>
                        <a:sym typeface="Open Sans Light"/>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p:nvPr>
            <p:ph idx="2" type="chart"/>
          </p:nvPr>
        </p:nvSpPr>
        <p:spPr>
          <a:xfrm>
            <a:off x="2308225" y="2682875"/>
            <a:ext cx="87948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rPr lang="en-US" sz="1200">
                <a:solidFill>
                  <a:schemeClr val="dk1"/>
                </a:solidFill>
                <a:latin typeface="Open Sans"/>
                <a:ea typeface="Open Sans"/>
                <a:cs typeface="Open Sans"/>
                <a:sym typeface="Open Sans"/>
              </a:rPr>
              <a:t>Why Weighted Ensemble?</a:t>
            </a:r>
            <a:endParaRPr sz="1200">
              <a:solidFill>
                <a:schemeClr val="dk1"/>
              </a:solidFill>
              <a:latin typeface="Open Sans"/>
              <a:ea typeface="Open Sans"/>
              <a:cs typeface="Open Sans"/>
              <a:sym typeface="Open Sans"/>
            </a:endParaRPr>
          </a:p>
          <a:p>
            <a:pPr indent="0" lvl="0" marL="0" rtl="0" algn="l">
              <a:spcBef>
                <a:spcPts val="1000"/>
              </a:spcBef>
              <a:spcAft>
                <a:spcPts val="0"/>
              </a:spcAft>
              <a:buNone/>
            </a:pPr>
            <a:r>
              <a:rPr lang="en-US" sz="1200">
                <a:solidFill>
                  <a:schemeClr val="dk1"/>
                </a:solidFill>
                <a:latin typeface="Open Sans"/>
                <a:ea typeface="Open Sans"/>
                <a:cs typeface="Open Sans"/>
                <a:sym typeface="Open Sans"/>
              </a:rPr>
              <a:t>Each model "sees" anomaly differently</a:t>
            </a:r>
            <a:br>
              <a:rPr lang="en-US" sz="1200">
                <a:solidFill>
                  <a:schemeClr val="dk1"/>
                </a:solidFill>
                <a:latin typeface="Open Sans"/>
                <a:ea typeface="Open Sans"/>
                <a:cs typeface="Open Sans"/>
                <a:sym typeface="Open Sans"/>
              </a:rPr>
            </a:br>
            <a:endParaRPr sz="1200">
              <a:solidFill>
                <a:schemeClr val="dk1"/>
              </a:solidFill>
              <a:latin typeface="Open Sans"/>
              <a:ea typeface="Open Sans"/>
              <a:cs typeface="Open Sans"/>
              <a:sym typeface="Open Sans"/>
            </a:endParaRPr>
          </a:p>
          <a:p>
            <a:pPr indent="-304800" lvl="0" marL="457200" rtl="0" algn="l">
              <a:lnSpc>
                <a:spcPct val="115000"/>
              </a:lnSpc>
              <a:spcBef>
                <a:spcPts val="120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HDBSCAN: </a:t>
            </a:r>
            <a:r>
              <a:rPr i="1" lang="en-US" sz="1200">
                <a:solidFill>
                  <a:schemeClr val="dk1"/>
                </a:solidFill>
                <a:latin typeface="Open Sans"/>
                <a:ea typeface="Open Sans"/>
                <a:cs typeface="Open Sans"/>
                <a:sym typeface="Open Sans"/>
              </a:rPr>
              <a:t>group density</a:t>
            </a:r>
            <a:endParaRPr i="1" sz="12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KMeans: </a:t>
            </a:r>
            <a:r>
              <a:rPr i="1" lang="en-US" sz="1200">
                <a:solidFill>
                  <a:schemeClr val="dk1"/>
                </a:solidFill>
                <a:latin typeface="Open Sans"/>
                <a:ea typeface="Open Sans"/>
                <a:cs typeface="Open Sans"/>
                <a:sym typeface="Open Sans"/>
              </a:rPr>
              <a:t>distance from mean</a:t>
            </a:r>
            <a:endParaRPr i="1" sz="12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IsoForest: </a:t>
            </a:r>
            <a:r>
              <a:rPr i="1" lang="en-US" sz="1200">
                <a:solidFill>
                  <a:schemeClr val="dk1"/>
                </a:solidFill>
                <a:latin typeface="Open Sans"/>
                <a:ea typeface="Open Sans"/>
                <a:cs typeface="Open Sans"/>
                <a:sym typeface="Open Sans"/>
              </a:rPr>
              <a:t>random partitioning of extremes</a:t>
            </a:r>
            <a:endParaRPr i="1" sz="12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lang="en-US" sz="1200">
                <a:solidFill>
                  <a:schemeClr val="dk1"/>
                </a:solidFill>
                <a:latin typeface="Open Sans"/>
                <a:ea typeface="Open Sans"/>
                <a:cs typeface="Open Sans"/>
                <a:sym typeface="Open Sans"/>
              </a:rPr>
              <a:t>Ensemble ensures that if at least two models flag something, it’s taken seriously</a:t>
            </a:r>
            <a:br>
              <a:rPr lang="en-US" sz="1200">
                <a:solidFill>
                  <a:schemeClr val="dk1"/>
                </a:solidFill>
                <a:latin typeface="Open Sans"/>
                <a:ea typeface="Open Sans"/>
                <a:cs typeface="Open Sans"/>
                <a:sym typeface="Open Sans"/>
              </a:rPr>
            </a:br>
            <a:r>
              <a:rPr lang="en-US" sz="1200">
                <a:solidFill>
                  <a:schemeClr val="dk1"/>
                </a:solidFill>
                <a:latin typeface="Open Sans"/>
                <a:ea typeface="Open Sans"/>
                <a:cs typeface="Open Sans"/>
                <a:sym typeface="Open Sans"/>
              </a:rPr>
              <a:t>Weights are user-controlled, making the system adaptive to context</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US" sz="1200">
                <a:solidFill>
                  <a:schemeClr val="dk1"/>
                </a:solidFill>
                <a:latin typeface="Open Sans"/>
                <a:ea typeface="Open Sans"/>
                <a:cs typeface="Open Sans"/>
                <a:sym typeface="Open Sans"/>
              </a:rPr>
              <a:t>Why Add Heuristics?</a:t>
            </a:r>
            <a:endParaRPr b="1" sz="1200">
              <a:solidFill>
                <a:schemeClr val="dk1"/>
              </a:solidFill>
              <a:latin typeface="Open Sans"/>
              <a:ea typeface="Open Sans"/>
              <a:cs typeface="Open Sans"/>
              <a:sym typeface="Open Sans"/>
            </a:endParaRPr>
          </a:p>
          <a:p>
            <a:pPr indent="-304800" lvl="0" marL="457200" rtl="0" algn="l">
              <a:lnSpc>
                <a:spcPct val="115000"/>
              </a:lnSpc>
              <a:spcBef>
                <a:spcPts val="120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ML models can't always understand intent (e.g., “I lost my card” = critical but linguistically mild)</a:t>
            </a:r>
            <a:endParaRPr sz="12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We added rule checks for:</a:t>
            </a:r>
            <a:br>
              <a:rPr lang="en-US" sz="1200">
                <a:solidFill>
                  <a:schemeClr val="dk1"/>
                </a:solidFill>
                <a:latin typeface="Open Sans"/>
                <a:ea typeface="Open Sans"/>
                <a:cs typeface="Open Sans"/>
                <a:sym typeface="Open Sans"/>
              </a:rPr>
            </a:br>
            <a:endParaRPr sz="1200">
              <a:solidFill>
                <a:schemeClr val="dk1"/>
              </a:solidFill>
              <a:latin typeface="Open Sans"/>
              <a:ea typeface="Open Sans"/>
              <a:cs typeface="Open Sans"/>
              <a:sym typeface="Open Sans"/>
            </a:endParaRPr>
          </a:p>
          <a:p>
            <a:pPr indent="-304800" lvl="1" marL="914400" rtl="0" algn="l">
              <a:lnSpc>
                <a:spcPct val="115000"/>
              </a:lnSpc>
              <a:spcBef>
                <a:spcPts val="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Unusually high dollar amounts</a:t>
            </a:r>
            <a:endParaRPr sz="1200">
              <a:solidFill>
                <a:schemeClr val="dk1"/>
              </a:solidFill>
              <a:latin typeface="Open Sans"/>
              <a:ea typeface="Open Sans"/>
              <a:cs typeface="Open Sans"/>
              <a:sym typeface="Open Sans"/>
            </a:endParaRPr>
          </a:p>
          <a:p>
            <a:pPr indent="-304800" lvl="1" marL="914400" rtl="0" algn="l">
              <a:lnSpc>
                <a:spcPct val="115000"/>
              </a:lnSpc>
              <a:spcBef>
                <a:spcPts val="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Suspicious phrases like </a:t>
            </a:r>
            <a:r>
              <a:rPr i="1" lang="en-US" sz="1200">
                <a:solidFill>
                  <a:schemeClr val="dk1"/>
                </a:solidFill>
                <a:latin typeface="Open Sans"/>
                <a:ea typeface="Open Sans"/>
                <a:cs typeface="Open Sans"/>
                <a:sym typeface="Open Sans"/>
              </a:rPr>
              <a:t>unauthorized</a:t>
            </a:r>
            <a:r>
              <a:rPr lang="en-US" sz="1200">
                <a:solidFill>
                  <a:schemeClr val="dk1"/>
                </a:solidFill>
                <a:latin typeface="Open Sans"/>
                <a:ea typeface="Open Sans"/>
                <a:cs typeface="Open Sans"/>
                <a:sym typeface="Open Sans"/>
              </a:rPr>
              <a:t>, </a:t>
            </a:r>
            <a:r>
              <a:rPr i="1" lang="en-US" sz="1200">
                <a:solidFill>
                  <a:schemeClr val="dk1"/>
                </a:solidFill>
                <a:latin typeface="Open Sans"/>
                <a:ea typeface="Open Sans"/>
                <a:cs typeface="Open Sans"/>
                <a:sym typeface="Open Sans"/>
              </a:rPr>
              <a:t>locked out</a:t>
            </a:r>
            <a:r>
              <a:rPr lang="en-US" sz="1200">
                <a:solidFill>
                  <a:schemeClr val="dk1"/>
                </a:solidFill>
                <a:latin typeface="Open Sans"/>
                <a:ea typeface="Open Sans"/>
                <a:cs typeface="Open Sans"/>
                <a:sym typeface="Open Sans"/>
              </a:rPr>
              <a:t>, </a:t>
            </a:r>
            <a:r>
              <a:rPr i="1" lang="en-US" sz="1200">
                <a:solidFill>
                  <a:schemeClr val="dk1"/>
                </a:solidFill>
                <a:latin typeface="Open Sans"/>
                <a:ea typeface="Open Sans"/>
                <a:cs typeface="Open Sans"/>
                <a:sym typeface="Open Sans"/>
              </a:rPr>
              <a:t>pending charge</a:t>
            </a:r>
            <a:endParaRPr i="1" sz="1200">
              <a:solidFill>
                <a:schemeClr val="dk1"/>
              </a:solidFill>
              <a:latin typeface="Open Sans"/>
              <a:ea typeface="Open Sans"/>
              <a:cs typeface="Open Sans"/>
              <a:sym typeface="Open Sans"/>
            </a:endParaRPr>
          </a:p>
          <a:p>
            <a:pPr indent="0" lvl="0" marL="0" rtl="0" algn="l">
              <a:spcBef>
                <a:spcPts val="1200"/>
              </a:spcBef>
              <a:spcAft>
                <a:spcPts val="0"/>
              </a:spcAft>
              <a:buNone/>
            </a:pPr>
            <a:r>
              <a:t/>
            </a:r>
            <a:endParaRPr/>
          </a:p>
        </p:txBody>
      </p:sp>
      <p:sp>
        <p:nvSpPr>
          <p:cNvPr id="220" name="Google Shape;220;p29"/>
          <p:cNvSpPr txBox="1"/>
          <p:nvPr>
            <p:ph idx="1" type="body"/>
          </p:nvPr>
        </p:nvSpPr>
        <p:spPr>
          <a:xfrm>
            <a:off x="2384125" y="780375"/>
            <a:ext cx="8619900" cy="646200"/>
          </a:xfrm>
          <a:prstGeom prst="rect">
            <a:avLst/>
          </a:prstGeom>
        </p:spPr>
        <p:txBody>
          <a:bodyPr anchorCtr="0" anchor="ctr" bIns="45700" lIns="45700" spcFirstLastPara="1" rIns="45700" wrap="square" tIns="45700">
            <a:normAutofit fontScale="92500"/>
          </a:bodyPr>
          <a:lstStyle/>
          <a:p>
            <a:pPr indent="0" lvl="0" marL="0" rtl="0" algn="l">
              <a:spcBef>
                <a:spcPts val="1000"/>
              </a:spcBef>
              <a:spcAft>
                <a:spcPts val="0"/>
              </a:spcAft>
              <a:buNone/>
            </a:pPr>
            <a:r>
              <a:rPr lang="en-US"/>
              <a:t>Why Ensemble + Rule Logic Performs Best</a:t>
            </a:r>
            <a:endParaRPr/>
          </a:p>
        </p:txBody>
      </p:sp>
      <p:sp>
        <p:nvSpPr>
          <p:cNvPr id="221" name="Google Shape;221;p29"/>
          <p:cNvSpPr txBox="1"/>
          <p:nvPr>
            <p:ph idx="3" type="body"/>
          </p:nvPr>
        </p:nvSpPr>
        <p:spPr>
          <a:xfrm>
            <a:off x="2308225" y="1796275"/>
            <a:ext cx="9233100" cy="751800"/>
          </a:xfrm>
          <a:prstGeom prst="rect">
            <a:avLst/>
          </a:prstGeom>
        </p:spPr>
        <p:txBody>
          <a:bodyPr anchorCtr="0" anchor="t" bIns="45700" lIns="45700" spcFirstLastPara="1" rIns="45700" wrap="square" tIns="45700">
            <a:normAutofit fontScale="25000" lnSpcReduction="20000"/>
          </a:bodyPr>
          <a:lstStyle/>
          <a:p>
            <a:pPr indent="0" lvl="0" marL="0" rtl="0" algn="l">
              <a:spcBef>
                <a:spcPts val="0"/>
              </a:spcBef>
              <a:spcAft>
                <a:spcPts val="0"/>
              </a:spcAft>
              <a:buNone/>
            </a:pPr>
            <a:r>
              <a:rPr b="0" lang="en-US" sz="5807">
                <a:solidFill>
                  <a:srgbClr val="5D5D5D"/>
                </a:solidFill>
              </a:rPr>
              <a:t>Problem: No single model could reliably classify demo queries like:</a:t>
            </a:r>
            <a:br>
              <a:rPr b="0" lang="en-US" sz="5807">
                <a:solidFill>
                  <a:srgbClr val="5D5D5D"/>
                </a:solidFill>
              </a:rPr>
            </a:br>
            <a:r>
              <a:rPr b="0" lang="en-US" sz="5807">
                <a:solidFill>
                  <a:srgbClr val="5D5D5D"/>
                </a:solidFill>
              </a:rPr>
              <a:t> </a:t>
            </a:r>
            <a:r>
              <a:rPr b="0" i="1" lang="en-US" sz="5807">
                <a:solidFill>
                  <a:srgbClr val="5D5D5D"/>
                </a:solidFill>
              </a:rPr>
              <a:t>“I can’t access my account”</a:t>
            </a:r>
            <a:r>
              <a:rPr b="0" lang="en-US" sz="5807">
                <a:solidFill>
                  <a:srgbClr val="5D5D5D"/>
                </a:solidFill>
              </a:rPr>
              <a:t>, </a:t>
            </a:r>
            <a:r>
              <a:rPr b="0" i="1" lang="en-US" sz="5807">
                <a:solidFill>
                  <a:srgbClr val="5D5D5D"/>
                </a:solidFill>
              </a:rPr>
              <a:t>“I was overcharged”</a:t>
            </a:r>
            <a:r>
              <a:rPr b="0" lang="en-US" sz="5807">
                <a:solidFill>
                  <a:srgbClr val="5D5D5D"/>
                </a:solidFill>
              </a:rPr>
              <a:t>, or </a:t>
            </a:r>
            <a:r>
              <a:rPr b="0" i="1" lang="en-US" sz="5807">
                <a:solidFill>
                  <a:srgbClr val="5D5D5D"/>
                </a:solidFill>
              </a:rPr>
              <a:t>“Help, my card is blocked”</a:t>
            </a:r>
            <a:br>
              <a:rPr b="0" i="1" lang="en-US" sz="5807">
                <a:solidFill>
                  <a:srgbClr val="5D5D5D"/>
                </a:solidFill>
              </a:rPr>
            </a:br>
            <a:endParaRPr b="0" i="1" sz="5807">
              <a:solidFill>
                <a:srgbClr val="5D5D5D"/>
              </a:solidFill>
            </a:endParaRPr>
          </a:p>
          <a:p>
            <a:pPr indent="0" lvl="0" marL="0" rtl="0" algn="l">
              <a:spcBef>
                <a:spcPts val="0"/>
              </a:spcBef>
              <a:spcAft>
                <a:spcPts val="0"/>
              </a:spcAft>
              <a:buNone/>
            </a:pPr>
            <a:r>
              <a:rPr b="0" lang="en-US" sz="5807">
                <a:solidFill>
                  <a:srgbClr val="5D5D5D"/>
                </a:solidFill>
              </a:rPr>
              <a:t>These are contextually anomalous but often structurally normal</a:t>
            </a:r>
            <a:endParaRPr b="0" sz="5807">
              <a:solidFill>
                <a:srgbClr val="5D5D5D"/>
              </a:solidFill>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p:nvPr>
            <p:ph idx="2" type="chart"/>
          </p:nvPr>
        </p:nvSpPr>
        <p:spPr>
          <a:xfrm>
            <a:off x="1742425" y="1721675"/>
            <a:ext cx="6525000" cy="3189300"/>
          </a:xfrm>
          <a:prstGeom prst="rect">
            <a:avLst/>
          </a:prstGeom>
        </p:spPr>
        <p:txBody>
          <a:bodyPr anchorCtr="0" anchor="t" bIns="45700" lIns="45700" spcFirstLastPara="1" rIns="45700" wrap="square" tIns="45700">
            <a:noAutofit/>
          </a:bodyPr>
          <a:lstStyle/>
          <a:p>
            <a:pPr indent="-311150" lvl="0" marL="457200" rtl="0" algn="l">
              <a:lnSpc>
                <a:spcPct val="115000"/>
              </a:lnSpc>
              <a:spcBef>
                <a:spcPts val="120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Applied VADER (Valence Aware Dictionary and sentiment Reasoner) from NLTK to each conversation.</a:t>
            </a:r>
            <a:br>
              <a:rPr lang="en-US" sz="1300">
                <a:solidFill>
                  <a:srgbClr val="5D5D5D"/>
                </a:solidFill>
                <a:latin typeface="Open Sans"/>
                <a:ea typeface="Open Sans"/>
                <a:cs typeface="Open Sans"/>
                <a:sym typeface="Open Sans"/>
              </a:rPr>
            </a:b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Extracted the compound sentiment score ranging from -1 (very negative) to +1 (very positive).</a:t>
            </a:r>
            <a:br>
              <a:rPr lang="en-US" sz="1300">
                <a:solidFill>
                  <a:srgbClr val="5D5D5D"/>
                </a:solidFill>
                <a:latin typeface="Open Sans"/>
                <a:ea typeface="Open Sans"/>
                <a:cs typeface="Open Sans"/>
                <a:sym typeface="Open Sans"/>
              </a:rPr>
            </a:b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Classified conversations into:</a:t>
            </a:r>
            <a:br>
              <a:rPr lang="en-US" sz="1300">
                <a:solidFill>
                  <a:srgbClr val="5D5D5D"/>
                </a:solidFill>
                <a:latin typeface="Open Sans"/>
                <a:ea typeface="Open Sans"/>
                <a:cs typeface="Open Sans"/>
                <a:sym typeface="Open Sans"/>
              </a:rPr>
            </a:br>
            <a:endParaRPr sz="1300">
              <a:solidFill>
                <a:srgbClr val="5D5D5D"/>
              </a:solidFill>
              <a:latin typeface="Open Sans"/>
              <a:ea typeface="Open Sans"/>
              <a:cs typeface="Open Sans"/>
              <a:sym typeface="Open Sans"/>
            </a:endParaRPr>
          </a:p>
          <a:p>
            <a:pPr indent="-311150" lvl="1" marL="914400" rtl="0" algn="l">
              <a:lnSpc>
                <a:spcPct val="115000"/>
              </a:lnSpc>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Negative (compound &lt; -0.05)</a:t>
            </a:r>
            <a:br>
              <a:rPr lang="en-US" sz="1300">
                <a:solidFill>
                  <a:srgbClr val="5D5D5D"/>
                </a:solidFill>
                <a:latin typeface="Open Sans"/>
                <a:ea typeface="Open Sans"/>
                <a:cs typeface="Open Sans"/>
                <a:sym typeface="Open Sans"/>
              </a:rPr>
            </a:br>
            <a:endParaRPr sz="1300">
              <a:solidFill>
                <a:srgbClr val="5D5D5D"/>
              </a:solidFill>
              <a:latin typeface="Open Sans"/>
              <a:ea typeface="Open Sans"/>
              <a:cs typeface="Open Sans"/>
              <a:sym typeface="Open Sans"/>
            </a:endParaRPr>
          </a:p>
          <a:p>
            <a:pPr indent="-311150" lvl="1" marL="914400" rtl="0" algn="l">
              <a:lnSpc>
                <a:spcPct val="115000"/>
              </a:lnSpc>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Neutral (-0.05 &lt;= compound &lt;= 0.05)</a:t>
            </a:r>
            <a:br>
              <a:rPr lang="en-US" sz="1300">
                <a:solidFill>
                  <a:srgbClr val="5D5D5D"/>
                </a:solidFill>
                <a:latin typeface="Open Sans"/>
                <a:ea typeface="Open Sans"/>
                <a:cs typeface="Open Sans"/>
                <a:sym typeface="Open Sans"/>
              </a:rPr>
            </a:br>
            <a:endParaRPr sz="1300">
              <a:solidFill>
                <a:srgbClr val="5D5D5D"/>
              </a:solidFill>
              <a:latin typeface="Open Sans"/>
              <a:ea typeface="Open Sans"/>
              <a:cs typeface="Open Sans"/>
              <a:sym typeface="Open Sans"/>
            </a:endParaRPr>
          </a:p>
          <a:p>
            <a:pPr indent="-311150" lvl="1" marL="914400" rtl="0" algn="l">
              <a:lnSpc>
                <a:spcPct val="115000"/>
              </a:lnSpc>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Positive (compound &gt; 0.05)</a:t>
            </a:r>
            <a:endParaRPr sz="1300">
              <a:solidFill>
                <a:srgbClr val="5D5D5D"/>
              </a:solidFill>
              <a:latin typeface="Open Sans"/>
              <a:ea typeface="Open Sans"/>
              <a:cs typeface="Open Sans"/>
              <a:sym typeface="Open Sans"/>
            </a:endParaRPr>
          </a:p>
          <a:p>
            <a:pPr indent="0" lvl="0" marL="914400" rtl="0" algn="l">
              <a:lnSpc>
                <a:spcPct val="115000"/>
              </a:lnSpc>
              <a:spcBef>
                <a:spcPts val="1200"/>
              </a:spcBef>
              <a:spcAft>
                <a:spcPts val="0"/>
              </a:spcAft>
              <a:buNone/>
            </a:pPr>
            <a:r>
              <a:t/>
            </a:r>
            <a:endParaRPr sz="1300">
              <a:solidFill>
                <a:srgbClr val="5D5D5D"/>
              </a:solidFill>
              <a:latin typeface="Open Sans"/>
              <a:ea typeface="Open Sans"/>
              <a:cs typeface="Open Sans"/>
              <a:sym typeface="Open Sans"/>
            </a:endParaRPr>
          </a:p>
          <a:p>
            <a:pPr indent="-311150" lvl="0" marL="457200" rtl="0" algn="l">
              <a:spcBef>
                <a:spcPts val="120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Most conversations were neutral to slightly positive, as expected in standard customer service interactions.</a:t>
            </a:r>
            <a:br>
              <a:rPr lang="en-US" sz="1300">
                <a:solidFill>
                  <a:srgbClr val="5D5D5D"/>
                </a:solidFill>
                <a:latin typeface="Open Sans"/>
                <a:ea typeface="Open Sans"/>
                <a:cs typeface="Open Sans"/>
                <a:sym typeface="Open Sans"/>
              </a:rPr>
            </a:br>
            <a:endParaRPr sz="1300">
              <a:solidFill>
                <a:srgbClr val="5D5D5D"/>
              </a:solidFill>
              <a:latin typeface="Open Sans"/>
              <a:ea typeface="Open Sans"/>
              <a:cs typeface="Open Sans"/>
              <a:sym typeface="Open Sans"/>
            </a:endParaRPr>
          </a:p>
          <a:p>
            <a:pPr indent="-311150" lvl="0" marL="457200" rtl="0" algn="l">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A small number showed strong negative sentiment, which correlated with some anomalies.</a:t>
            </a:r>
            <a:br>
              <a:rPr lang="en-US" sz="1300">
                <a:solidFill>
                  <a:srgbClr val="5D5D5D"/>
                </a:solidFill>
                <a:latin typeface="Open Sans"/>
                <a:ea typeface="Open Sans"/>
                <a:cs typeface="Open Sans"/>
                <a:sym typeface="Open Sans"/>
              </a:rPr>
            </a:br>
            <a:endParaRPr sz="1300">
              <a:solidFill>
                <a:srgbClr val="5D5D5D"/>
              </a:solidFill>
              <a:latin typeface="Open Sans"/>
              <a:ea typeface="Open Sans"/>
              <a:cs typeface="Open Sans"/>
              <a:sym typeface="Open Sans"/>
            </a:endParaRPr>
          </a:p>
          <a:p>
            <a:pPr indent="-311150" lvl="0" marL="457200" rtl="0" algn="l">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Sentiment alone was not a strong predictor of anomalies but added context to anomaly classification.</a:t>
            </a:r>
            <a:endParaRPr sz="1300">
              <a:solidFill>
                <a:srgbClr val="5D5D5D"/>
              </a:solidFill>
              <a:latin typeface="Open Sans"/>
              <a:ea typeface="Open Sans"/>
              <a:cs typeface="Open Sans"/>
              <a:sym typeface="Open Sans"/>
            </a:endParaRPr>
          </a:p>
          <a:p>
            <a:pPr indent="0" lvl="0" marL="457200" rtl="0" algn="l">
              <a:spcBef>
                <a:spcPts val="1000"/>
              </a:spcBef>
              <a:spcAft>
                <a:spcPts val="0"/>
              </a:spcAft>
              <a:buNone/>
            </a:pPr>
            <a:r>
              <a:t/>
            </a:r>
            <a:endParaRPr sz="1200">
              <a:latin typeface="Open Sans"/>
              <a:ea typeface="Open Sans"/>
              <a:cs typeface="Open Sans"/>
              <a:sym typeface="Open Sans"/>
            </a:endParaRPr>
          </a:p>
        </p:txBody>
      </p:sp>
      <p:sp>
        <p:nvSpPr>
          <p:cNvPr id="227" name="Google Shape;227;p30"/>
          <p:cNvSpPr txBox="1"/>
          <p:nvPr>
            <p:ph idx="1" type="body"/>
          </p:nvPr>
        </p:nvSpPr>
        <p:spPr>
          <a:xfrm>
            <a:off x="2384125" y="780375"/>
            <a:ext cx="7785600" cy="646200"/>
          </a:xfrm>
          <a:prstGeom prst="rect">
            <a:avLst/>
          </a:prstGeom>
        </p:spPr>
        <p:txBody>
          <a:bodyPr anchorCtr="0" anchor="ctr" bIns="45700" lIns="45700" spcFirstLastPara="1" rIns="45700" wrap="square" tIns="45700">
            <a:noAutofit/>
          </a:bodyPr>
          <a:lstStyle/>
          <a:p>
            <a:pPr indent="0" lvl="0" marL="0" rtl="0" algn="l">
              <a:spcBef>
                <a:spcPts val="1000"/>
              </a:spcBef>
              <a:spcAft>
                <a:spcPts val="0"/>
              </a:spcAft>
              <a:buNone/>
            </a:pPr>
            <a:r>
              <a:rPr lang="en-US" sz="3300"/>
              <a:t>Sentiment Analysis of Conversations</a:t>
            </a:r>
            <a:endParaRPr sz="3300"/>
          </a:p>
        </p:txBody>
      </p:sp>
      <p:pic>
        <p:nvPicPr>
          <p:cNvPr id="228" name="Google Shape;228;p30" title="Screenshot 2025-03-12 at 2.38.06 PM.png"/>
          <p:cNvPicPr preferRelativeResize="0"/>
          <p:nvPr/>
        </p:nvPicPr>
        <p:blipFill>
          <a:blip r:embed="rId3">
            <a:alphaModFix/>
          </a:blip>
          <a:stretch>
            <a:fillRect/>
          </a:stretch>
        </p:blipFill>
        <p:spPr>
          <a:xfrm>
            <a:off x="8267425" y="1721675"/>
            <a:ext cx="3886200" cy="2019300"/>
          </a:xfrm>
          <a:prstGeom prst="rect">
            <a:avLst/>
          </a:prstGeom>
          <a:noFill/>
          <a:ln>
            <a:noFill/>
          </a:ln>
        </p:spPr>
      </p:pic>
      <p:pic>
        <p:nvPicPr>
          <p:cNvPr id="229" name="Google Shape;229;p30" title="Screenshot 2025-03-12 at 2.39.31 PM.png"/>
          <p:cNvPicPr preferRelativeResize="0"/>
          <p:nvPr/>
        </p:nvPicPr>
        <p:blipFill>
          <a:blip r:embed="rId4">
            <a:alphaModFix/>
          </a:blip>
          <a:stretch>
            <a:fillRect/>
          </a:stretch>
        </p:blipFill>
        <p:spPr>
          <a:xfrm>
            <a:off x="8305800" y="3954150"/>
            <a:ext cx="3886198" cy="22860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p:nvPr>
            <p:ph idx="2" type="chart"/>
          </p:nvPr>
        </p:nvSpPr>
        <p:spPr>
          <a:xfrm>
            <a:off x="2308225" y="1627875"/>
            <a:ext cx="8871000" cy="3189300"/>
          </a:xfrm>
          <a:prstGeom prst="rect">
            <a:avLst/>
          </a:prstGeom>
        </p:spPr>
        <p:txBody>
          <a:bodyPr anchorCtr="0" anchor="t" bIns="45700" lIns="45700" spcFirstLastPara="1" rIns="45700" wrap="square" tIns="45700">
            <a:noAutofit/>
          </a:bodyPr>
          <a:lstStyle/>
          <a:p>
            <a:pPr indent="0" lvl="0" marL="0" rtl="0" algn="l">
              <a:lnSpc>
                <a:spcPct val="115000"/>
              </a:lnSpc>
              <a:spcBef>
                <a:spcPts val="1200"/>
              </a:spcBef>
              <a:spcAft>
                <a:spcPts val="0"/>
              </a:spcAft>
              <a:buNone/>
            </a:pPr>
            <a:r>
              <a:rPr lang="en-US" sz="1500">
                <a:solidFill>
                  <a:srgbClr val="5D5D5D"/>
                </a:solidFill>
                <a:latin typeface="Open Sans"/>
                <a:ea typeface="Open Sans"/>
                <a:cs typeface="Open Sans"/>
                <a:sym typeface="Open Sans"/>
              </a:rPr>
              <a:t>Current Limitations</a:t>
            </a:r>
            <a:endParaRPr sz="1500">
              <a:solidFill>
                <a:srgbClr val="5D5D5D"/>
              </a:solidFill>
              <a:latin typeface="Open Sans"/>
              <a:ea typeface="Open Sans"/>
              <a:cs typeface="Open Sans"/>
              <a:sym typeface="Open Sans"/>
            </a:endParaRPr>
          </a:p>
          <a:p>
            <a:pPr indent="-311150" lvl="0" marL="457200" rtl="0" algn="l">
              <a:lnSpc>
                <a:spcPct val="115000"/>
              </a:lnSpc>
              <a:spcBef>
                <a:spcPts val="1200"/>
              </a:spcBef>
              <a:spcAft>
                <a:spcPts val="0"/>
              </a:spcAft>
              <a:buClr>
                <a:srgbClr val="5D5D5D"/>
              </a:buClr>
              <a:buSzPts val="1300"/>
              <a:buChar char="●"/>
            </a:pPr>
            <a:r>
              <a:rPr lang="en-US" sz="1300">
                <a:solidFill>
                  <a:srgbClr val="5D5D5D"/>
                </a:solidFill>
                <a:latin typeface="Open Sans"/>
                <a:ea typeface="Open Sans"/>
                <a:cs typeface="Open Sans"/>
                <a:sym typeface="Open Sans"/>
              </a:rPr>
              <a:t>No true anomaly labels — Hard to benchmark model accuracy, relying on synthetic samples.</a:t>
            </a: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Char char="●"/>
            </a:pPr>
            <a:r>
              <a:rPr lang="en-US" sz="1300">
                <a:solidFill>
                  <a:srgbClr val="5D5D5D"/>
                </a:solidFill>
                <a:latin typeface="Open Sans"/>
                <a:ea typeface="Open Sans"/>
                <a:cs typeface="Open Sans"/>
                <a:sym typeface="Open Sans"/>
              </a:rPr>
              <a:t>Imbalanced dataset — Dominated by benign classes like </a:t>
            </a:r>
            <a:r>
              <a:rPr i="1" lang="en-US" sz="1300">
                <a:solidFill>
                  <a:srgbClr val="5D5D5D"/>
                </a:solidFill>
                <a:latin typeface="Open Sans"/>
                <a:ea typeface="Open Sans"/>
                <a:cs typeface="Open Sans"/>
                <a:sym typeface="Open Sans"/>
              </a:rPr>
              <a:t>card_arrival</a:t>
            </a:r>
            <a:r>
              <a:rPr lang="en-US" sz="1300">
                <a:solidFill>
                  <a:srgbClr val="5D5D5D"/>
                </a:solidFill>
                <a:latin typeface="Open Sans"/>
                <a:ea typeface="Open Sans"/>
                <a:cs typeface="Open Sans"/>
                <a:sym typeface="Open Sans"/>
              </a:rPr>
              <a:t>, leading to biased clustering.</a:t>
            </a: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Char char="●"/>
            </a:pPr>
            <a:r>
              <a:rPr lang="en-US" sz="1300">
                <a:solidFill>
                  <a:srgbClr val="5D5D5D"/>
                </a:solidFill>
                <a:latin typeface="Open Sans"/>
                <a:ea typeface="Open Sans"/>
                <a:cs typeface="Open Sans"/>
                <a:sym typeface="Open Sans"/>
              </a:rPr>
              <a:t>Shallow structure-based models — Struggle with semantic intent (e.g., “my card was stolen” may seem normal).</a:t>
            </a: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Char char="●"/>
            </a:pPr>
            <a:r>
              <a:rPr lang="en-US" sz="1300">
                <a:solidFill>
                  <a:srgbClr val="5D5D5D"/>
                </a:solidFill>
                <a:latin typeface="Open Sans"/>
                <a:ea typeface="Open Sans"/>
                <a:cs typeface="Open Sans"/>
                <a:sym typeface="Open Sans"/>
              </a:rPr>
              <a:t>Rule-based heuristics — Effective but brittle; need manual updates for evolving language.</a:t>
            </a: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Char char="●"/>
            </a:pPr>
            <a:r>
              <a:rPr lang="en-US" sz="1300">
                <a:solidFill>
                  <a:srgbClr val="5D5D5D"/>
                </a:solidFill>
                <a:latin typeface="Open Sans"/>
                <a:ea typeface="Open Sans"/>
                <a:cs typeface="Open Sans"/>
                <a:sym typeface="Open Sans"/>
              </a:rPr>
              <a:t>Surface-level sentiment analysis — Lexicon-based, misses sarcasm or context.</a:t>
            </a:r>
            <a:endParaRPr sz="1300">
              <a:solidFill>
                <a:srgbClr val="5D5D5D"/>
              </a:solidFill>
              <a:latin typeface="Open Sans"/>
              <a:ea typeface="Open Sans"/>
              <a:cs typeface="Open Sans"/>
              <a:sym typeface="Open Sans"/>
            </a:endParaRPr>
          </a:p>
          <a:p>
            <a:pPr indent="0" lvl="0" marL="0" rtl="0" algn="l">
              <a:lnSpc>
                <a:spcPct val="115000"/>
              </a:lnSpc>
              <a:spcBef>
                <a:spcPts val="1200"/>
              </a:spcBef>
              <a:spcAft>
                <a:spcPts val="0"/>
              </a:spcAft>
              <a:buNone/>
            </a:pPr>
            <a:r>
              <a:rPr lang="en-US" sz="1500">
                <a:solidFill>
                  <a:srgbClr val="5D5D5D"/>
                </a:solidFill>
                <a:latin typeface="Open Sans"/>
                <a:ea typeface="Open Sans"/>
                <a:cs typeface="Open Sans"/>
                <a:sym typeface="Open Sans"/>
              </a:rPr>
              <a:t>Data Constraints</a:t>
            </a:r>
            <a:endParaRPr sz="1500">
              <a:solidFill>
                <a:srgbClr val="5D5D5D"/>
              </a:solidFill>
              <a:latin typeface="Open Sans"/>
              <a:ea typeface="Open Sans"/>
              <a:cs typeface="Open Sans"/>
              <a:sym typeface="Open Sans"/>
            </a:endParaRPr>
          </a:p>
          <a:p>
            <a:pPr indent="-311150" lvl="0" marL="457200" rtl="0" algn="l">
              <a:lnSpc>
                <a:spcPct val="115000"/>
              </a:lnSpc>
              <a:spcBef>
                <a:spcPts val="120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Short, vague queries with limited context.</a:t>
            </a: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No metadata (timestamps, user history) for deeper behavioral modeling.</a:t>
            </a: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Synthetic anomalies may not reflect real-world fraud.</a:t>
            </a:r>
            <a:endParaRPr sz="1300">
              <a:solidFill>
                <a:srgbClr val="5D5D5D"/>
              </a:solidFill>
              <a:latin typeface="Open Sans"/>
              <a:ea typeface="Open Sans"/>
              <a:cs typeface="Open Sans"/>
              <a:sym typeface="Open Sans"/>
            </a:endParaRPr>
          </a:p>
          <a:p>
            <a:pPr indent="0" lvl="0" marL="0" rtl="0" algn="l">
              <a:lnSpc>
                <a:spcPct val="115000"/>
              </a:lnSpc>
              <a:spcBef>
                <a:spcPts val="1200"/>
              </a:spcBef>
              <a:spcAft>
                <a:spcPts val="0"/>
              </a:spcAft>
              <a:buNone/>
            </a:pPr>
            <a:r>
              <a:rPr lang="en-US" sz="1500">
                <a:solidFill>
                  <a:srgbClr val="5D5D5D"/>
                </a:solidFill>
                <a:latin typeface="Open Sans"/>
                <a:ea typeface="Open Sans"/>
                <a:cs typeface="Open Sans"/>
                <a:sym typeface="Open Sans"/>
              </a:rPr>
              <a:t> Recommendations</a:t>
            </a:r>
            <a:endParaRPr sz="1500">
              <a:solidFill>
                <a:srgbClr val="5D5D5D"/>
              </a:solidFill>
              <a:latin typeface="Open Sans"/>
              <a:ea typeface="Open Sans"/>
              <a:cs typeface="Open Sans"/>
              <a:sym typeface="Open Sans"/>
            </a:endParaRPr>
          </a:p>
          <a:p>
            <a:pPr indent="-311150" lvl="0" marL="457200" rtl="0" algn="l">
              <a:lnSpc>
                <a:spcPct val="115000"/>
              </a:lnSpc>
              <a:spcBef>
                <a:spcPts val="120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Add real anomaly labels from support/fraud logs for model validation.</a:t>
            </a: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Font typeface="Open Sans"/>
              <a:buChar char="●"/>
            </a:pPr>
            <a:r>
              <a:rPr lang="en-US" sz="1300">
                <a:solidFill>
                  <a:srgbClr val="5D5D5D"/>
                </a:solidFill>
                <a:latin typeface="Open Sans"/>
                <a:ea typeface="Open Sans"/>
                <a:cs typeface="Open Sans"/>
                <a:sym typeface="Open Sans"/>
              </a:rPr>
              <a:t>Upgrade from MiniLM to stronger sentence models like all-mpnet-base-v2 (SentenceTransformers) or even integrate OpenAI’s text-embedding-3-small if possible.</a:t>
            </a: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Char char="●"/>
            </a:pPr>
            <a:r>
              <a:rPr lang="en-US" sz="1300">
                <a:solidFill>
                  <a:srgbClr val="5D5D5D"/>
                </a:solidFill>
                <a:latin typeface="Open Sans"/>
                <a:ea typeface="Open Sans"/>
                <a:cs typeface="Open Sans"/>
                <a:sym typeface="Open Sans"/>
              </a:rPr>
              <a:t>Use transformer-based or LLM models for deeper intent detection.</a:t>
            </a:r>
            <a:endParaRPr sz="1300">
              <a:solidFill>
                <a:srgbClr val="5D5D5D"/>
              </a:solidFill>
              <a:latin typeface="Open Sans"/>
              <a:ea typeface="Open Sans"/>
              <a:cs typeface="Open Sans"/>
              <a:sym typeface="Open Sans"/>
            </a:endParaRPr>
          </a:p>
          <a:p>
            <a:pPr indent="-311150" lvl="0" marL="457200" rtl="0" algn="l">
              <a:lnSpc>
                <a:spcPct val="115000"/>
              </a:lnSpc>
              <a:spcBef>
                <a:spcPts val="0"/>
              </a:spcBef>
              <a:spcAft>
                <a:spcPts val="0"/>
              </a:spcAft>
              <a:buClr>
                <a:srgbClr val="5D5D5D"/>
              </a:buClr>
              <a:buSzPts val="1300"/>
              <a:buChar char="●"/>
            </a:pPr>
            <a:r>
              <a:rPr lang="en-US" sz="1300">
                <a:solidFill>
                  <a:srgbClr val="5D5D5D"/>
                </a:solidFill>
                <a:latin typeface="Open Sans"/>
                <a:ea typeface="Open Sans"/>
                <a:cs typeface="Open Sans"/>
                <a:sym typeface="Open Sans"/>
              </a:rPr>
              <a:t>Implement dynamic rule management for easier heuristic updates.</a:t>
            </a:r>
            <a:br>
              <a:rPr lang="en-US" sz="1300">
                <a:solidFill>
                  <a:srgbClr val="5D5D5D"/>
                </a:solidFill>
                <a:latin typeface="Open Sans"/>
                <a:ea typeface="Open Sans"/>
                <a:cs typeface="Open Sans"/>
                <a:sym typeface="Open Sans"/>
              </a:rPr>
            </a:br>
            <a:r>
              <a:rPr lang="en-US" sz="1300">
                <a:solidFill>
                  <a:srgbClr val="5D5D5D"/>
                </a:solidFill>
                <a:latin typeface="Open Sans"/>
                <a:ea typeface="Open Sans"/>
                <a:cs typeface="Open Sans"/>
                <a:sym typeface="Open Sans"/>
              </a:rPr>
              <a:t>Explore autoencoders for unsupervised anomaly scoring.</a:t>
            </a:r>
            <a:br>
              <a:rPr lang="en-US" sz="1300">
                <a:solidFill>
                  <a:srgbClr val="5D5D5D"/>
                </a:solidFill>
                <a:latin typeface="Open Sans"/>
                <a:ea typeface="Open Sans"/>
                <a:cs typeface="Open Sans"/>
                <a:sym typeface="Open Sans"/>
              </a:rPr>
            </a:br>
            <a:endParaRPr sz="1300">
              <a:solidFill>
                <a:srgbClr val="5D5D5D"/>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000"/>
              </a:spcBef>
              <a:spcAft>
                <a:spcPts val="0"/>
              </a:spcAft>
              <a:buNone/>
            </a:pPr>
            <a:r>
              <a:t/>
            </a:r>
            <a:endParaRPr/>
          </a:p>
        </p:txBody>
      </p:sp>
      <p:sp>
        <p:nvSpPr>
          <p:cNvPr id="235" name="Google Shape;235;p31"/>
          <p:cNvSpPr txBox="1"/>
          <p:nvPr>
            <p:ph idx="1" type="body"/>
          </p:nvPr>
        </p:nvSpPr>
        <p:spPr>
          <a:xfrm>
            <a:off x="2384125" y="780375"/>
            <a:ext cx="89868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rPr lang="en-US"/>
              <a:t>Limitations &amp; Recommendations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241" name="Google Shape;241;p32"/>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242" name="Google Shape;242;p32"/>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243" name="Google Shape;243;p32"/>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244" name="Google Shape;244;p32" title="Screenshot 2025-05-02 at 1.27.22 PM.png"/>
          <p:cNvPicPr preferRelativeResize="0"/>
          <p:nvPr/>
        </p:nvPicPr>
        <p:blipFill>
          <a:blip r:embed="rId3">
            <a:alphaModFix/>
          </a:blip>
          <a:stretch>
            <a:fillRect/>
          </a:stretch>
        </p:blipFill>
        <p:spPr>
          <a:xfrm>
            <a:off x="0" y="0"/>
            <a:ext cx="12192001"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250" name="Google Shape;250;p33"/>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251" name="Google Shape;251;p33"/>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252" name="Google Shape;252;p33"/>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253" name="Google Shape;253;p33" title="Screenshot 2025-05-02 at 2.24.39 PM.png"/>
          <p:cNvPicPr preferRelativeResize="0"/>
          <p:nvPr/>
        </p:nvPicPr>
        <p:blipFill>
          <a:blip r:embed="rId3">
            <a:alphaModFix/>
          </a:blip>
          <a:stretch>
            <a:fillRect/>
          </a:stretch>
        </p:blipFill>
        <p:spPr>
          <a:xfrm>
            <a:off x="0" y="-819800"/>
            <a:ext cx="12405350" cy="76778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259" name="Google Shape;259;p34"/>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260" name="Google Shape;260;p34"/>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261" name="Google Shape;261;p34"/>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262" name="Google Shape;262;p34" title="Screenshot 2025-05-02 at 2.22.49 PM.png"/>
          <p:cNvPicPr preferRelativeResize="0"/>
          <p:nvPr/>
        </p:nvPicPr>
        <p:blipFill>
          <a:blip r:embed="rId3">
            <a:alphaModFix/>
          </a:blip>
          <a:stretch>
            <a:fillRect/>
          </a:stretch>
        </p:blipFill>
        <p:spPr>
          <a:xfrm>
            <a:off x="0" y="0"/>
            <a:ext cx="12191999" cy="6857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268" name="Google Shape;268;p35"/>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269" name="Google Shape;269;p35"/>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270" name="Google Shape;270;p35"/>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271" name="Google Shape;271;p35" title="Screenshot 2025-05-02 at 2.10.15 PM.png"/>
          <p:cNvPicPr preferRelativeResize="0"/>
          <p:nvPr/>
        </p:nvPicPr>
        <p:blipFill>
          <a:blip r:embed="rId3">
            <a:alphaModFix/>
          </a:blip>
          <a:stretch>
            <a:fillRect/>
          </a:stretch>
        </p:blipFill>
        <p:spPr>
          <a:xfrm>
            <a:off x="0" y="0"/>
            <a:ext cx="12191999" cy="68579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6"/>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277" name="Google Shape;277;p36"/>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278" name="Google Shape;278;p36"/>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279" name="Google Shape;279;p36"/>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280" name="Google Shape;280;p36" title="Screenshot 2025-05-02 at 1.48.58 PM.png"/>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7"/>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286" name="Google Shape;286;p37"/>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287" name="Google Shape;287;p37"/>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288" name="Google Shape;288;p37"/>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289" name="Google Shape;289;p37" title="Screenshot 2025-05-02 at 1.49.10 PM.png"/>
          <p:cNvPicPr preferRelativeResize="0"/>
          <p:nvPr/>
        </p:nvPicPr>
        <p:blipFill>
          <a:blip r:embed="rId3">
            <a:alphaModFix/>
          </a:blip>
          <a:stretch>
            <a:fillRect/>
          </a:stretch>
        </p:blipFill>
        <p:spPr>
          <a:xfrm>
            <a:off x="0" y="-18850"/>
            <a:ext cx="12192000"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295" name="Google Shape;295;p38"/>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296" name="Google Shape;296;p38"/>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297" name="Google Shape;297;p38"/>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298" name="Google Shape;298;p38" title="Screenshot 2025-05-02 at 2.44.10 PM.png"/>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304" name="Google Shape;304;p39"/>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305" name="Google Shape;305;p39"/>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306" name="Google Shape;306;p39"/>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307" name="Google Shape;307;p39" title="Screenshot 2025-05-02 at 2.44.23 PM.png"/>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0"/>
          <p:cNvSpPr/>
          <p:nvPr>
            <p:ph idx="2" type="chart"/>
          </p:nvPr>
        </p:nvSpPr>
        <p:spPr>
          <a:xfrm>
            <a:off x="4916075" y="3315925"/>
            <a:ext cx="4067400" cy="15162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rPr b="1" lang="en-US">
                <a:latin typeface="Open Sans"/>
                <a:ea typeface="Open Sans"/>
                <a:cs typeface="Open Sans"/>
                <a:sym typeface="Open Sans"/>
              </a:rPr>
              <a:t>What  even is BERT ? </a:t>
            </a:r>
            <a:endParaRPr b="1">
              <a:latin typeface="Open Sans"/>
              <a:ea typeface="Open Sans"/>
              <a:cs typeface="Open Sans"/>
              <a:sym typeface="Open Sans"/>
            </a:endParaRPr>
          </a:p>
        </p:txBody>
      </p:sp>
      <p:sp>
        <p:nvSpPr>
          <p:cNvPr id="313" name="Google Shape;313;p40"/>
          <p:cNvSpPr txBox="1"/>
          <p:nvPr>
            <p:ph idx="1" type="body"/>
          </p:nvPr>
        </p:nvSpPr>
        <p:spPr>
          <a:xfrm>
            <a:off x="2384125" y="780375"/>
            <a:ext cx="8528400" cy="646200"/>
          </a:xfrm>
          <a:prstGeom prst="rect">
            <a:avLst/>
          </a:prstGeom>
        </p:spPr>
        <p:txBody>
          <a:bodyPr anchorCtr="0" anchor="ctr" bIns="45700" lIns="45700" spcFirstLastPara="1" rIns="45700" wrap="square" tIns="45700">
            <a:normAutofit fontScale="70000"/>
          </a:bodyPr>
          <a:lstStyle/>
          <a:p>
            <a:pPr indent="0" lvl="0" marL="0" rtl="0" algn="l">
              <a:spcBef>
                <a:spcPts val="1000"/>
              </a:spcBef>
              <a:spcAft>
                <a:spcPts val="0"/>
              </a:spcAft>
              <a:buNone/>
            </a:pPr>
            <a:r>
              <a:rPr lang="en-US"/>
              <a:t>Anomaly</a:t>
            </a:r>
            <a:r>
              <a:rPr lang="en-US"/>
              <a:t> Detection With BERT and  Unsupervised Learning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r>
              <a:t/>
            </a:r>
            <a:endParaRPr/>
          </a:p>
        </p:txBody>
      </p:sp>
      <p:pic>
        <p:nvPicPr>
          <p:cNvPr id="319" name="Google Shape;319;p41"/>
          <p:cNvPicPr preferRelativeResize="0"/>
          <p:nvPr/>
        </p:nvPicPr>
        <p:blipFill>
          <a:blip r:embed="rId3">
            <a:alphaModFix/>
          </a:blip>
          <a:stretch>
            <a:fillRect/>
          </a:stretch>
        </p:blipFill>
        <p:spPr>
          <a:xfrm>
            <a:off x="3649225" y="0"/>
            <a:ext cx="5062700" cy="6578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2"/>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ctr">
              <a:spcBef>
                <a:spcPts val="0"/>
              </a:spcBef>
              <a:spcAft>
                <a:spcPts val="0"/>
              </a:spcAft>
              <a:buClr>
                <a:srgbClr val="828282"/>
              </a:buClr>
              <a:buSzPts val="1600"/>
              <a:buFont typeface="Open Sans"/>
              <a:buNone/>
            </a:pPr>
            <a:r>
              <a:t/>
            </a:r>
            <a:endParaRPr/>
          </a:p>
        </p:txBody>
      </p:sp>
      <p:pic>
        <p:nvPicPr>
          <p:cNvPr id="325" name="Google Shape;325;p42"/>
          <p:cNvPicPr preferRelativeResize="0"/>
          <p:nvPr/>
        </p:nvPicPr>
        <p:blipFill>
          <a:blip r:embed="rId3">
            <a:alphaModFix/>
          </a:blip>
          <a:stretch>
            <a:fillRect/>
          </a:stretch>
        </p:blipFill>
        <p:spPr>
          <a:xfrm>
            <a:off x="1235950" y="1802450"/>
            <a:ext cx="6873076" cy="3316282"/>
          </a:xfrm>
          <a:prstGeom prst="rect">
            <a:avLst/>
          </a:prstGeom>
          <a:noFill/>
          <a:ln>
            <a:noFill/>
          </a:ln>
        </p:spPr>
      </p:pic>
      <p:sp>
        <p:nvSpPr>
          <p:cNvPr id="326" name="Google Shape;326;p42"/>
          <p:cNvSpPr txBox="1"/>
          <p:nvPr/>
        </p:nvSpPr>
        <p:spPr>
          <a:xfrm>
            <a:off x="6375675" y="1055075"/>
            <a:ext cx="2260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5D5D5D"/>
                </a:solidFill>
                <a:latin typeface="Open Sans"/>
                <a:ea typeface="Open Sans"/>
                <a:cs typeface="Open Sans"/>
                <a:sym typeface="Open Sans"/>
              </a:rPr>
              <a:t>BERT  </a:t>
            </a:r>
            <a:endParaRPr b="1" sz="2000">
              <a:solidFill>
                <a:srgbClr val="5D5D5D"/>
              </a:solidFill>
              <a:latin typeface="Open Sans"/>
              <a:ea typeface="Open Sans"/>
              <a:cs typeface="Open Sans"/>
              <a:sym typeface="Open Sans"/>
            </a:endParaRPr>
          </a:p>
        </p:txBody>
      </p:sp>
      <p:sp>
        <p:nvSpPr>
          <p:cNvPr id="327" name="Google Shape;327;p42"/>
          <p:cNvSpPr txBox="1"/>
          <p:nvPr/>
        </p:nvSpPr>
        <p:spPr>
          <a:xfrm>
            <a:off x="8109025" y="2275950"/>
            <a:ext cx="3632400" cy="26475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rgbClr val="5D5D5D"/>
              </a:buClr>
              <a:buSzPts val="2000"/>
              <a:buFont typeface="Open Sans Light"/>
              <a:buChar char="●"/>
            </a:pPr>
            <a:r>
              <a:rPr lang="en-US" sz="2000">
                <a:solidFill>
                  <a:srgbClr val="5D5D5D"/>
                </a:solidFill>
                <a:latin typeface="Open Sans Light"/>
                <a:ea typeface="Open Sans Light"/>
                <a:cs typeface="Open Sans Light"/>
                <a:sym typeface="Open Sans Light"/>
              </a:rPr>
              <a:t>encoder only model</a:t>
            </a:r>
            <a:endParaRPr sz="2000">
              <a:solidFill>
                <a:srgbClr val="5D5D5D"/>
              </a:solidFill>
              <a:latin typeface="Open Sans Light"/>
              <a:ea typeface="Open Sans Light"/>
              <a:cs typeface="Open Sans Light"/>
              <a:sym typeface="Open Sans Light"/>
            </a:endParaRPr>
          </a:p>
          <a:p>
            <a:pPr indent="0" lvl="0" marL="457200" rtl="0" algn="l">
              <a:spcBef>
                <a:spcPts val="0"/>
              </a:spcBef>
              <a:spcAft>
                <a:spcPts val="0"/>
              </a:spcAft>
              <a:buNone/>
            </a:pPr>
            <a:r>
              <a:t/>
            </a:r>
            <a:endParaRPr sz="2000">
              <a:solidFill>
                <a:srgbClr val="5D5D5D"/>
              </a:solidFill>
              <a:latin typeface="Open Sans Light"/>
              <a:ea typeface="Open Sans Light"/>
              <a:cs typeface="Open Sans Light"/>
              <a:sym typeface="Open Sans Light"/>
            </a:endParaRPr>
          </a:p>
          <a:p>
            <a:pPr indent="-355600" lvl="0" marL="457200" rtl="0" algn="l">
              <a:spcBef>
                <a:spcPts val="0"/>
              </a:spcBef>
              <a:spcAft>
                <a:spcPts val="0"/>
              </a:spcAft>
              <a:buClr>
                <a:srgbClr val="5D5D5D"/>
              </a:buClr>
              <a:buSzPts val="2000"/>
              <a:buFont typeface="Open Sans Light"/>
              <a:buChar char="●"/>
            </a:pPr>
            <a:r>
              <a:rPr lang="en-US" sz="2000">
                <a:solidFill>
                  <a:srgbClr val="5D5D5D"/>
                </a:solidFill>
                <a:latin typeface="Open Sans Light"/>
                <a:ea typeface="Open Sans Light"/>
                <a:cs typeface="Open Sans Light"/>
                <a:sym typeface="Open Sans Light"/>
              </a:rPr>
              <a:t>Understands semantic representation of text</a:t>
            </a:r>
            <a:endParaRPr sz="2000">
              <a:solidFill>
                <a:srgbClr val="5D5D5D"/>
              </a:solidFill>
              <a:latin typeface="Open Sans Light"/>
              <a:ea typeface="Open Sans Light"/>
              <a:cs typeface="Open Sans Light"/>
              <a:sym typeface="Open Sans Light"/>
            </a:endParaRPr>
          </a:p>
          <a:p>
            <a:pPr indent="0" lvl="0" marL="457200" rtl="0" algn="l">
              <a:spcBef>
                <a:spcPts val="0"/>
              </a:spcBef>
              <a:spcAft>
                <a:spcPts val="0"/>
              </a:spcAft>
              <a:buNone/>
            </a:pPr>
            <a:r>
              <a:t/>
            </a:r>
            <a:endParaRPr sz="2000">
              <a:solidFill>
                <a:srgbClr val="5D5D5D"/>
              </a:solidFill>
              <a:latin typeface="Open Sans Light"/>
              <a:ea typeface="Open Sans Light"/>
              <a:cs typeface="Open Sans Light"/>
              <a:sym typeface="Open Sans Light"/>
            </a:endParaRPr>
          </a:p>
          <a:p>
            <a:pPr indent="-355600" lvl="0" marL="457200" rtl="0" algn="l">
              <a:spcBef>
                <a:spcPts val="0"/>
              </a:spcBef>
              <a:spcAft>
                <a:spcPts val="0"/>
              </a:spcAft>
              <a:buClr>
                <a:srgbClr val="5D5D5D"/>
              </a:buClr>
              <a:buSzPts val="2000"/>
              <a:buFont typeface="Open Sans Light"/>
              <a:buChar char="●"/>
            </a:pPr>
            <a:r>
              <a:rPr lang="en-US" sz="2000">
                <a:solidFill>
                  <a:srgbClr val="5D5D5D"/>
                </a:solidFill>
                <a:latin typeface="Open Sans Light"/>
                <a:ea typeface="Open Sans Light"/>
                <a:cs typeface="Open Sans Light"/>
                <a:sym typeface="Open Sans Light"/>
              </a:rPr>
              <a:t>Ideally </a:t>
            </a:r>
            <a:r>
              <a:rPr lang="en-US" sz="2000">
                <a:solidFill>
                  <a:srgbClr val="5D5D5D"/>
                </a:solidFill>
                <a:latin typeface="Open Sans Light"/>
                <a:ea typeface="Open Sans Light"/>
                <a:cs typeface="Open Sans Light"/>
                <a:sym typeface="Open Sans Light"/>
              </a:rPr>
              <a:t>similar</a:t>
            </a:r>
            <a:r>
              <a:rPr lang="en-US" sz="2000">
                <a:solidFill>
                  <a:srgbClr val="5D5D5D"/>
                </a:solidFill>
                <a:latin typeface="Open Sans Light"/>
                <a:ea typeface="Open Sans Light"/>
                <a:cs typeface="Open Sans Light"/>
                <a:sym typeface="Open Sans Light"/>
              </a:rPr>
              <a:t> </a:t>
            </a:r>
            <a:r>
              <a:rPr lang="en-US" sz="2000">
                <a:solidFill>
                  <a:srgbClr val="5D5D5D"/>
                </a:solidFill>
                <a:latin typeface="Open Sans Light"/>
                <a:ea typeface="Open Sans Light"/>
                <a:cs typeface="Open Sans Light"/>
                <a:sym typeface="Open Sans Light"/>
              </a:rPr>
              <a:t>sentences</a:t>
            </a:r>
            <a:r>
              <a:rPr lang="en-US" sz="2000">
                <a:solidFill>
                  <a:srgbClr val="5D5D5D"/>
                </a:solidFill>
                <a:latin typeface="Open Sans Light"/>
                <a:ea typeface="Open Sans Light"/>
                <a:cs typeface="Open Sans Light"/>
                <a:sym typeface="Open Sans Light"/>
              </a:rPr>
              <a:t> should be vectorized in similar places  </a:t>
            </a:r>
            <a:endParaRPr sz="2000">
              <a:solidFill>
                <a:srgbClr val="5D5D5D"/>
              </a:solidFill>
              <a:latin typeface="Open Sans Light"/>
              <a:ea typeface="Open Sans Light"/>
              <a:cs typeface="Open Sans Light"/>
              <a:sym typeface="Open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3"/>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rPr lang="en-US"/>
              <a:t>Clusters !</a:t>
            </a:r>
            <a:endParaRPr/>
          </a:p>
        </p:txBody>
      </p:sp>
      <p:pic>
        <p:nvPicPr>
          <p:cNvPr id="333" name="Google Shape;333;p43" title="Screen Shot 2025-03-12 at 11.24.55 AM.png"/>
          <p:cNvPicPr preferRelativeResize="0"/>
          <p:nvPr/>
        </p:nvPicPr>
        <p:blipFill rotWithShape="1">
          <a:blip r:embed="rId3">
            <a:alphaModFix/>
          </a:blip>
          <a:srcRect b="20024" l="1970" r="0" t="14769"/>
          <a:stretch/>
        </p:blipFill>
        <p:spPr>
          <a:xfrm>
            <a:off x="1632125" y="2640400"/>
            <a:ext cx="5316301" cy="3462049"/>
          </a:xfrm>
          <a:prstGeom prst="rect">
            <a:avLst/>
          </a:prstGeom>
          <a:noFill/>
          <a:ln>
            <a:noFill/>
          </a:ln>
        </p:spPr>
      </p:pic>
      <p:sp>
        <p:nvSpPr>
          <p:cNvPr id="334" name="Google Shape;334;p43"/>
          <p:cNvSpPr txBox="1"/>
          <p:nvPr/>
        </p:nvSpPr>
        <p:spPr>
          <a:xfrm>
            <a:off x="7521200" y="2275950"/>
            <a:ext cx="4401300" cy="32631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rgbClr val="5D5D5D"/>
              </a:buClr>
              <a:buSzPts val="2000"/>
              <a:buFont typeface="Open Sans Light"/>
              <a:buChar char="●"/>
            </a:pPr>
            <a:r>
              <a:rPr lang="en-US" sz="2000">
                <a:solidFill>
                  <a:srgbClr val="5D5D5D"/>
                </a:solidFill>
                <a:latin typeface="Open Sans Light"/>
                <a:ea typeface="Open Sans Light"/>
                <a:cs typeface="Open Sans Light"/>
                <a:sym typeface="Open Sans Light"/>
              </a:rPr>
              <a:t>Can reduce vectors to visualize </a:t>
            </a:r>
            <a:r>
              <a:rPr lang="en-US" sz="2000">
                <a:solidFill>
                  <a:srgbClr val="5D5D5D"/>
                </a:solidFill>
                <a:latin typeface="Open Sans Light"/>
                <a:ea typeface="Open Sans Light"/>
                <a:cs typeface="Open Sans Light"/>
                <a:sym typeface="Open Sans Light"/>
              </a:rPr>
              <a:t>separation</a:t>
            </a:r>
            <a:endParaRPr sz="2000">
              <a:solidFill>
                <a:srgbClr val="5D5D5D"/>
              </a:solidFill>
              <a:latin typeface="Open Sans Light"/>
              <a:ea typeface="Open Sans Light"/>
              <a:cs typeface="Open Sans Light"/>
              <a:sym typeface="Open Sans Light"/>
            </a:endParaRPr>
          </a:p>
          <a:p>
            <a:pPr indent="0" lvl="0" marL="457200" rtl="0" algn="l">
              <a:spcBef>
                <a:spcPts val="0"/>
              </a:spcBef>
              <a:spcAft>
                <a:spcPts val="0"/>
              </a:spcAft>
              <a:buNone/>
            </a:pPr>
            <a:r>
              <a:t/>
            </a:r>
            <a:endParaRPr sz="2000">
              <a:solidFill>
                <a:srgbClr val="5D5D5D"/>
              </a:solidFill>
              <a:latin typeface="Open Sans Light"/>
              <a:ea typeface="Open Sans Light"/>
              <a:cs typeface="Open Sans Light"/>
              <a:sym typeface="Open Sans Light"/>
            </a:endParaRPr>
          </a:p>
          <a:p>
            <a:pPr indent="-355600" lvl="0" marL="457200" rtl="0" algn="l">
              <a:spcBef>
                <a:spcPts val="0"/>
              </a:spcBef>
              <a:spcAft>
                <a:spcPts val="0"/>
              </a:spcAft>
              <a:buClr>
                <a:srgbClr val="5D5D5D"/>
              </a:buClr>
              <a:buSzPts val="2000"/>
              <a:buFont typeface="Open Sans Light"/>
              <a:buChar char="●"/>
            </a:pPr>
            <a:r>
              <a:rPr lang="en-US" sz="2000">
                <a:solidFill>
                  <a:srgbClr val="5D5D5D"/>
                </a:solidFill>
                <a:latin typeface="Open Sans Light"/>
                <a:ea typeface="Open Sans Light"/>
                <a:cs typeface="Open Sans Light"/>
                <a:sym typeface="Open Sans Light"/>
              </a:rPr>
              <a:t>Can create clusters via unsupervised learning </a:t>
            </a:r>
            <a:endParaRPr sz="2000">
              <a:solidFill>
                <a:srgbClr val="5D5D5D"/>
              </a:solidFill>
              <a:latin typeface="Open Sans Light"/>
              <a:ea typeface="Open Sans Light"/>
              <a:cs typeface="Open Sans Light"/>
              <a:sym typeface="Open Sans Light"/>
            </a:endParaRPr>
          </a:p>
          <a:p>
            <a:pPr indent="0" lvl="0" marL="0" rtl="0" algn="l">
              <a:spcBef>
                <a:spcPts val="0"/>
              </a:spcBef>
              <a:spcAft>
                <a:spcPts val="0"/>
              </a:spcAft>
              <a:buNone/>
            </a:pPr>
            <a:r>
              <a:t/>
            </a:r>
            <a:endParaRPr sz="2000">
              <a:solidFill>
                <a:srgbClr val="5D5D5D"/>
              </a:solidFill>
              <a:latin typeface="Open Sans Light"/>
              <a:ea typeface="Open Sans Light"/>
              <a:cs typeface="Open Sans Light"/>
              <a:sym typeface="Open Sans Light"/>
            </a:endParaRPr>
          </a:p>
          <a:p>
            <a:pPr indent="457200" lvl="0" marL="0" rtl="0" algn="l">
              <a:spcBef>
                <a:spcPts val="0"/>
              </a:spcBef>
              <a:spcAft>
                <a:spcPts val="0"/>
              </a:spcAft>
              <a:buNone/>
            </a:pPr>
            <a:r>
              <a:rPr lang="en-US" sz="2000">
                <a:solidFill>
                  <a:srgbClr val="5D5D5D"/>
                </a:solidFill>
                <a:latin typeface="Open Sans Light"/>
                <a:ea typeface="Open Sans Light"/>
                <a:cs typeface="Open Sans Light"/>
                <a:sym typeface="Open Sans Light"/>
              </a:rPr>
              <a:t>Naming </a:t>
            </a:r>
            <a:r>
              <a:rPr lang="en-US" sz="2000">
                <a:solidFill>
                  <a:srgbClr val="5D5D5D"/>
                </a:solidFill>
                <a:latin typeface="Open Sans Light"/>
                <a:ea typeface="Open Sans Light"/>
                <a:cs typeface="Open Sans Light"/>
                <a:sym typeface="Open Sans Light"/>
              </a:rPr>
              <a:t>Convention</a:t>
            </a:r>
            <a:endParaRPr sz="2000">
              <a:solidFill>
                <a:srgbClr val="5D5D5D"/>
              </a:solidFill>
              <a:latin typeface="Open Sans Light"/>
              <a:ea typeface="Open Sans Light"/>
              <a:cs typeface="Open Sans Light"/>
              <a:sym typeface="Open Sans Light"/>
            </a:endParaRPr>
          </a:p>
          <a:p>
            <a:pPr indent="0" lvl="0" marL="0" rtl="0" algn="l">
              <a:spcBef>
                <a:spcPts val="0"/>
              </a:spcBef>
              <a:spcAft>
                <a:spcPts val="0"/>
              </a:spcAft>
              <a:buNone/>
            </a:pPr>
            <a:r>
              <a:t/>
            </a:r>
            <a:endParaRPr sz="2000">
              <a:solidFill>
                <a:srgbClr val="5D5D5D"/>
              </a:solidFill>
              <a:latin typeface="Open Sans Light"/>
              <a:ea typeface="Open Sans Light"/>
              <a:cs typeface="Open Sans Light"/>
              <a:sym typeface="Open Sans Light"/>
            </a:endParaRPr>
          </a:p>
          <a:p>
            <a:pPr indent="-355600" lvl="0" marL="457200" rtl="0" algn="l">
              <a:spcBef>
                <a:spcPts val="0"/>
              </a:spcBef>
              <a:spcAft>
                <a:spcPts val="0"/>
              </a:spcAft>
              <a:buClr>
                <a:srgbClr val="5D5D5D"/>
              </a:buClr>
              <a:buSzPts val="2000"/>
              <a:buFont typeface="Open Sans Light"/>
              <a:buChar char="●"/>
            </a:pPr>
            <a:r>
              <a:rPr lang="en-US" sz="2000">
                <a:solidFill>
                  <a:srgbClr val="5D5D5D"/>
                </a:solidFill>
                <a:latin typeface="Open Sans Light"/>
                <a:ea typeface="Open Sans Light"/>
                <a:cs typeface="Open Sans Light"/>
                <a:sym typeface="Open Sans Light"/>
              </a:rPr>
              <a:t>noun:verb, noun:verb, noun:verb</a:t>
            </a:r>
            <a:endParaRPr sz="2000">
              <a:solidFill>
                <a:srgbClr val="5D5D5D"/>
              </a:solidFill>
              <a:latin typeface="Open Sans Light"/>
              <a:ea typeface="Open Sans Light"/>
              <a:cs typeface="Open Sans Light"/>
              <a:sym typeface="Open Sans Light"/>
            </a:endParaRPr>
          </a:p>
          <a:p>
            <a:pPr indent="0" lvl="0" marL="0" rtl="0" algn="l">
              <a:spcBef>
                <a:spcPts val="0"/>
              </a:spcBef>
              <a:spcAft>
                <a:spcPts val="0"/>
              </a:spcAft>
              <a:buNone/>
            </a:pPr>
            <a:r>
              <a:t/>
            </a:r>
            <a:endParaRPr sz="2000">
              <a:solidFill>
                <a:srgbClr val="5D5D5D"/>
              </a:solidFill>
              <a:latin typeface="Open Sans Light"/>
              <a:ea typeface="Open Sans Light"/>
              <a:cs typeface="Open Sans Light"/>
              <a:sym typeface="Open Sans Light"/>
            </a:endParaRPr>
          </a:p>
        </p:txBody>
      </p:sp>
      <p:sp>
        <p:nvSpPr>
          <p:cNvPr id="335" name="Google Shape;335;p43"/>
          <p:cNvSpPr txBox="1"/>
          <p:nvPr/>
        </p:nvSpPr>
        <p:spPr>
          <a:xfrm>
            <a:off x="1812925" y="2073100"/>
            <a:ext cx="6454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5D5D5D"/>
                </a:solidFill>
                <a:latin typeface="Open Sans Light"/>
                <a:ea typeface="Open Sans Light"/>
                <a:cs typeface="Open Sans Light"/>
                <a:sym typeface="Open Sans Light"/>
              </a:rPr>
              <a:t>Example of TSNE with Kmeans (93 clusters)</a:t>
            </a:r>
            <a:endParaRPr sz="2000">
              <a:solidFill>
                <a:srgbClr val="5D5D5D"/>
              </a:solidFill>
              <a:latin typeface="Open Sans Light"/>
              <a:ea typeface="Open Sans Light"/>
              <a:cs typeface="Open Sans Light"/>
              <a:sym typeface="Open Sans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4"/>
          <p:cNvSpPr/>
          <p:nvPr>
            <p:ph idx="2" type="chart"/>
          </p:nvPr>
        </p:nvSpPr>
        <p:spPr>
          <a:xfrm>
            <a:off x="2308225" y="1956400"/>
            <a:ext cx="8831100" cy="4291200"/>
          </a:xfrm>
          <a:prstGeom prst="rect">
            <a:avLst/>
          </a:prstGeom>
        </p:spPr>
        <p:txBody>
          <a:bodyPr anchorCtr="0" anchor="t" bIns="45700" lIns="45700" spcFirstLastPara="1" rIns="45700" wrap="square" tIns="45700">
            <a:noAutofit/>
          </a:bodyPr>
          <a:lstStyle/>
          <a:p>
            <a:pPr indent="-355600" lvl="0" marL="457200" rtl="0" algn="l">
              <a:spcBef>
                <a:spcPts val="1000"/>
              </a:spcBef>
              <a:spcAft>
                <a:spcPts val="0"/>
              </a:spcAft>
              <a:buClr>
                <a:srgbClr val="5D5D5D"/>
              </a:buClr>
              <a:buSzPts val="2000"/>
              <a:buFont typeface="Open Sans Light"/>
              <a:buChar char="●"/>
            </a:pPr>
            <a:r>
              <a:rPr lang="en-US"/>
              <a:t>Use BERT to get embeddings </a:t>
            </a:r>
            <a:endParaRPr/>
          </a:p>
          <a:p>
            <a:pPr indent="-355600" lvl="0" marL="457200" rtl="0" algn="l">
              <a:spcBef>
                <a:spcPts val="0"/>
              </a:spcBef>
              <a:spcAft>
                <a:spcPts val="0"/>
              </a:spcAft>
              <a:buClr>
                <a:srgbClr val="5D5D5D"/>
              </a:buClr>
              <a:buSzPts val="2000"/>
              <a:buFont typeface="Open Sans Light"/>
              <a:buChar char="●"/>
            </a:pPr>
            <a:r>
              <a:rPr lang="en-US">
                <a:solidFill>
                  <a:srgbClr val="5D5D5D"/>
                </a:solidFill>
              </a:rPr>
              <a:t>Use TSNE for </a:t>
            </a:r>
            <a:r>
              <a:rPr lang="en-US">
                <a:solidFill>
                  <a:srgbClr val="5D5D5D"/>
                </a:solidFill>
              </a:rPr>
              <a:t>dimension reduction</a:t>
            </a:r>
            <a:endParaRPr>
              <a:solidFill>
                <a:srgbClr val="5D5D5D"/>
              </a:solidFill>
            </a:endParaRPr>
          </a:p>
          <a:p>
            <a:pPr indent="-355600" lvl="0" marL="457200" rtl="0" algn="l">
              <a:spcBef>
                <a:spcPts val="0"/>
              </a:spcBef>
              <a:spcAft>
                <a:spcPts val="0"/>
              </a:spcAft>
              <a:buClr>
                <a:srgbClr val="5D5D5D"/>
              </a:buClr>
              <a:buSzPts val="2000"/>
              <a:buFont typeface="Open Sans Light"/>
              <a:buChar char="●"/>
            </a:pPr>
            <a:r>
              <a:rPr lang="en-US">
                <a:solidFill>
                  <a:srgbClr val="5D5D5D"/>
                </a:solidFill>
              </a:rPr>
              <a:t>Kmeans for cluster creation</a:t>
            </a:r>
            <a:endParaRPr>
              <a:solidFill>
                <a:srgbClr val="5D5D5D"/>
              </a:solidFill>
            </a:endParaRPr>
          </a:p>
          <a:p>
            <a:pPr indent="-355600" lvl="0" marL="457200" rtl="0" algn="l">
              <a:spcBef>
                <a:spcPts val="0"/>
              </a:spcBef>
              <a:spcAft>
                <a:spcPts val="0"/>
              </a:spcAft>
              <a:buClr>
                <a:srgbClr val="5D5D5D"/>
              </a:buClr>
              <a:buSzPts val="2000"/>
              <a:buFont typeface="Open Sans Light"/>
              <a:buChar char="●"/>
            </a:pPr>
            <a:r>
              <a:rPr lang="en-US">
                <a:solidFill>
                  <a:srgbClr val="5D5D5D"/>
                </a:solidFill>
              </a:rPr>
              <a:t>Manually sorted clusters into anomaly levels based on clusters</a:t>
            </a:r>
            <a:endParaRPr>
              <a:solidFill>
                <a:srgbClr val="5D5D5D"/>
              </a:solidFill>
            </a:endParaRPr>
          </a:p>
          <a:p>
            <a:pPr indent="-406400" lvl="1" marL="914400" rtl="0" algn="l">
              <a:lnSpc>
                <a:spcPct val="100000"/>
              </a:lnSpc>
              <a:spcBef>
                <a:spcPts val="0"/>
              </a:spcBef>
              <a:spcAft>
                <a:spcPts val="0"/>
              </a:spcAft>
              <a:buClr>
                <a:srgbClr val="5D5D5D"/>
              </a:buClr>
              <a:buSzPts val="2800"/>
              <a:buChar char="○"/>
            </a:pPr>
            <a:r>
              <a:rPr lang="en-US">
                <a:solidFill>
                  <a:srgbClr val="5D5D5D"/>
                </a:solidFill>
              </a:rPr>
              <a:t>High: Urgent issues (e.g., missing funds, theft, refund)</a:t>
            </a:r>
            <a:endParaRPr>
              <a:solidFill>
                <a:srgbClr val="5D5D5D"/>
              </a:solidFill>
            </a:endParaRPr>
          </a:p>
          <a:p>
            <a:pPr indent="0" lvl="0" marL="914400" rtl="0" algn="l">
              <a:lnSpc>
                <a:spcPct val="100000"/>
              </a:lnSpc>
              <a:spcBef>
                <a:spcPts val="1200"/>
              </a:spcBef>
              <a:spcAft>
                <a:spcPts val="0"/>
              </a:spcAft>
              <a:buNone/>
            </a:pPr>
            <a:r>
              <a:t/>
            </a:r>
            <a:endParaRPr>
              <a:solidFill>
                <a:srgbClr val="5D5D5D"/>
              </a:solidFill>
            </a:endParaRPr>
          </a:p>
          <a:p>
            <a:pPr indent="-355600" lvl="1" marL="914400" rtl="0" algn="l">
              <a:lnSpc>
                <a:spcPct val="100000"/>
              </a:lnSpc>
              <a:spcBef>
                <a:spcPts val="1200"/>
              </a:spcBef>
              <a:spcAft>
                <a:spcPts val="0"/>
              </a:spcAft>
              <a:buClr>
                <a:srgbClr val="5D5D5D"/>
              </a:buClr>
              <a:buSzPts val="2000"/>
              <a:buFont typeface="Times New Roman"/>
              <a:buChar char="○"/>
            </a:pPr>
            <a:r>
              <a:rPr lang="en-US">
                <a:solidFill>
                  <a:srgbClr val="5D5D5D"/>
                </a:solidFill>
              </a:rPr>
              <a:t>Mid: Needs attention but not urgent (e.g., pending transactions, profile updates)</a:t>
            </a:r>
            <a:endParaRPr>
              <a:solidFill>
                <a:srgbClr val="5D5D5D"/>
              </a:solidFill>
            </a:endParaRPr>
          </a:p>
          <a:p>
            <a:pPr indent="0" lvl="0" marL="914400" rtl="0" algn="l">
              <a:lnSpc>
                <a:spcPct val="100000"/>
              </a:lnSpc>
              <a:spcBef>
                <a:spcPts val="1200"/>
              </a:spcBef>
              <a:spcAft>
                <a:spcPts val="0"/>
              </a:spcAft>
              <a:buNone/>
            </a:pPr>
            <a:r>
              <a:t/>
            </a:r>
            <a:endParaRPr>
              <a:solidFill>
                <a:srgbClr val="5D5D5D"/>
              </a:solidFill>
            </a:endParaRPr>
          </a:p>
          <a:p>
            <a:pPr indent="-355600" lvl="1" marL="914400" rtl="0" algn="l">
              <a:lnSpc>
                <a:spcPct val="100000"/>
              </a:lnSpc>
              <a:spcBef>
                <a:spcPts val="1200"/>
              </a:spcBef>
              <a:spcAft>
                <a:spcPts val="0"/>
              </a:spcAft>
              <a:buClr>
                <a:srgbClr val="5D5D5D"/>
              </a:buClr>
              <a:buSzPts val="2000"/>
              <a:buFont typeface="Times New Roman"/>
              <a:buChar char="○"/>
            </a:pPr>
            <a:r>
              <a:rPr lang="en-US">
                <a:solidFill>
                  <a:srgbClr val="5D5D5D"/>
                </a:solidFill>
              </a:rPr>
              <a:t>Low: Informational or non-critical (e.g., card types, service inquiries)</a:t>
            </a:r>
            <a:endParaRPr>
              <a:solidFill>
                <a:srgbClr val="5D5D5D"/>
              </a:solidFill>
            </a:endParaRPr>
          </a:p>
        </p:txBody>
      </p:sp>
      <p:sp>
        <p:nvSpPr>
          <p:cNvPr id="341" name="Google Shape;341;p44"/>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rPr lang="en-US"/>
              <a:t>DEMO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45" title="Screen Recording 2025-05-04 at 3.21.06 PM.mov">
            <a:hlinkClick r:id="rId3"/>
          </p:cNvPr>
          <p:cNvPicPr preferRelativeResize="0"/>
          <p:nvPr/>
        </p:nvPicPr>
        <p:blipFill>
          <a:blip r:embed="rId4">
            <a:alphaModFix/>
          </a:blip>
          <a:stretch>
            <a:fillRect/>
          </a:stretch>
        </p:blipFill>
        <p:spPr>
          <a:xfrm>
            <a:off x="1298375" y="1371200"/>
            <a:ext cx="6358475" cy="4768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6"/>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355600" lvl="0" marL="457200" rtl="0" algn="l">
              <a:spcBef>
                <a:spcPts val="1000"/>
              </a:spcBef>
              <a:spcAft>
                <a:spcPts val="0"/>
              </a:spcAft>
              <a:buSzPts val="2000"/>
              <a:buChar char="●"/>
            </a:pPr>
            <a:r>
              <a:rPr lang="en-US"/>
              <a:t>FInd better topic names / method</a:t>
            </a:r>
            <a:endParaRPr/>
          </a:p>
          <a:p>
            <a:pPr indent="0" lvl="0" marL="457200" rtl="0" algn="l">
              <a:spcBef>
                <a:spcPts val="1000"/>
              </a:spcBef>
              <a:spcAft>
                <a:spcPts val="0"/>
              </a:spcAft>
              <a:buNone/>
            </a:pPr>
            <a:r>
              <a:t/>
            </a:r>
            <a:endParaRPr/>
          </a:p>
          <a:p>
            <a:pPr indent="-355600" lvl="0" marL="457200" rtl="0" algn="l">
              <a:spcBef>
                <a:spcPts val="1000"/>
              </a:spcBef>
              <a:spcAft>
                <a:spcPts val="0"/>
              </a:spcAft>
              <a:buSzPts val="2000"/>
              <a:buChar char="●"/>
            </a:pPr>
            <a:r>
              <a:rPr lang="en-US"/>
              <a:t>Test with HDBSCAN </a:t>
            </a:r>
            <a:endParaRPr/>
          </a:p>
          <a:p>
            <a:pPr indent="0" lvl="0" marL="457200" rtl="0" algn="l">
              <a:spcBef>
                <a:spcPts val="1000"/>
              </a:spcBef>
              <a:spcAft>
                <a:spcPts val="0"/>
              </a:spcAft>
              <a:buNone/>
            </a:pPr>
            <a:r>
              <a:t/>
            </a:r>
            <a:endParaRPr/>
          </a:p>
          <a:p>
            <a:pPr indent="-355600" lvl="0" marL="457200" rtl="0" algn="l">
              <a:spcBef>
                <a:spcPts val="1000"/>
              </a:spcBef>
              <a:spcAft>
                <a:spcPts val="0"/>
              </a:spcAft>
              <a:buSzPts val="2000"/>
              <a:buChar char="●"/>
            </a:pPr>
            <a:r>
              <a:rPr lang="en-US"/>
              <a:t>Instead of unsupervised learning, do supervised learning </a:t>
            </a:r>
            <a:endParaRPr/>
          </a:p>
        </p:txBody>
      </p:sp>
      <p:sp>
        <p:nvSpPr>
          <p:cNvPr id="352" name="Google Shape;352;p46"/>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rPr lang="en-US"/>
              <a:t>Future implementations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7"/>
          <p:cNvSpPr txBox="1"/>
          <p:nvPr>
            <p:ph idx="12" type="sldNum"/>
          </p:nvPr>
        </p:nvSpPr>
        <p:spPr>
          <a:xfrm>
            <a:off x="2906925" y="7445802"/>
            <a:ext cx="350400" cy="15699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r>
              <a:t/>
            </a:r>
            <a:endParaRPr/>
          </a:p>
        </p:txBody>
      </p:sp>
      <p:sp>
        <p:nvSpPr>
          <p:cNvPr id="358" name="Google Shape;358;p47"/>
          <p:cNvSpPr/>
          <p:nvPr>
            <p:ph idx="2" type="chart"/>
          </p:nvPr>
        </p:nvSpPr>
        <p:spPr>
          <a:xfrm>
            <a:off x="2308225" y="2054375"/>
            <a:ext cx="8622300" cy="23496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rPr lang="en-US"/>
              <a:t>To develop a front-end service tailored for PNC Bank data scientists that allows users to upload transaction data, automatically apply one or more regulatory-allowed fraud detection models, and interact with the results. The tool should support functionalities such as downloading prediction outputs, interpreting model insights (e.g., using SHAP values), and enabling rapid investigation of potentially fraudulent activity.</a:t>
            </a:r>
            <a:endParaRPr/>
          </a:p>
        </p:txBody>
      </p:sp>
      <p:sp>
        <p:nvSpPr>
          <p:cNvPr id="359" name="Google Shape;359;p47"/>
          <p:cNvSpPr txBox="1"/>
          <p:nvPr>
            <p:ph idx="1" type="body"/>
          </p:nvPr>
        </p:nvSpPr>
        <p:spPr>
          <a:xfrm>
            <a:off x="2384125" y="780375"/>
            <a:ext cx="66765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rPr lang="en-US"/>
              <a:t>Transaction Anomaly Detection</a:t>
            </a:r>
            <a:endParaRPr/>
          </a:p>
        </p:txBody>
      </p:sp>
      <p:sp>
        <p:nvSpPr>
          <p:cNvPr id="360" name="Google Shape;360;p47"/>
          <p:cNvSpPr txBox="1"/>
          <p:nvPr>
            <p:ph idx="3" type="body"/>
          </p:nvPr>
        </p:nvSpPr>
        <p:spPr>
          <a:xfrm>
            <a:off x="2308225" y="1685963"/>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rPr lang="en-US"/>
              <a:t>Goal</a:t>
            </a:r>
            <a:endParaRPr/>
          </a:p>
        </p:txBody>
      </p:sp>
      <p:sp>
        <p:nvSpPr>
          <p:cNvPr id="361" name="Google Shape;361;p47"/>
          <p:cNvSpPr txBox="1"/>
          <p:nvPr>
            <p:ph idx="3" type="body"/>
          </p:nvPr>
        </p:nvSpPr>
        <p:spPr>
          <a:xfrm>
            <a:off x="2308225" y="3935413"/>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sp>
        <p:nvSpPr>
          <p:cNvPr id="362" name="Google Shape;362;p47"/>
          <p:cNvSpPr txBox="1"/>
          <p:nvPr/>
        </p:nvSpPr>
        <p:spPr>
          <a:xfrm>
            <a:off x="2224975" y="4303825"/>
            <a:ext cx="86223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t/>
            </a:r>
            <a:endParaRPr sz="2000">
              <a:solidFill>
                <a:srgbClr val="5D5D5D"/>
              </a:solidFill>
              <a:latin typeface="Open Sans Light"/>
              <a:ea typeface="Open Sans Light"/>
              <a:cs typeface="Open Sans Light"/>
              <a:sym typeface="Open Sans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8"/>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368" name="Google Shape;368;p48"/>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369" name="Google Shape;369;p48"/>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rPr lang="en-US"/>
              <a:t>Data</a:t>
            </a:r>
            <a:endParaRPr/>
          </a:p>
        </p:txBody>
      </p:sp>
      <p:pic>
        <p:nvPicPr>
          <p:cNvPr id="370" name="Google Shape;370;p48" title="Screenshot 2568-03-13 at 23.07.46.png"/>
          <p:cNvPicPr preferRelativeResize="0"/>
          <p:nvPr/>
        </p:nvPicPr>
        <p:blipFill>
          <a:blip r:embed="rId3">
            <a:alphaModFix/>
          </a:blip>
          <a:stretch>
            <a:fillRect/>
          </a:stretch>
        </p:blipFill>
        <p:spPr>
          <a:xfrm>
            <a:off x="2308225" y="1679050"/>
            <a:ext cx="6157350" cy="5025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9"/>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fontScale="92500"/>
          </a:bodyPr>
          <a:lstStyle/>
          <a:p>
            <a:pPr indent="0" lvl="0" marL="0" rtl="0" algn="l">
              <a:spcBef>
                <a:spcPts val="1000"/>
              </a:spcBef>
              <a:spcAft>
                <a:spcPts val="0"/>
              </a:spcAft>
              <a:buNone/>
            </a:pPr>
            <a:r>
              <a:rPr lang="en-US"/>
              <a:t>Challenges </a:t>
            </a:r>
            <a:r>
              <a:rPr lang="en-US"/>
              <a:t>- Other concerns</a:t>
            </a:r>
            <a:r>
              <a:rPr lang="en-US"/>
              <a:t> </a:t>
            </a:r>
            <a:endParaRPr/>
          </a:p>
        </p:txBody>
      </p:sp>
      <p:pic>
        <p:nvPicPr>
          <p:cNvPr id="376" name="Google Shape;376;p49"/>
          <p:cNvPicPr preferRelativeResize="0"/>
          <p:nvPr/>
        </p:nvPicPr>
        <p:blipFill>
          <a:blip r:embed="rId3">
            <a:alphaModFix/>
          </a:blip>
          <a:stretch>
            <a:fillRect/>
          </a:stretch>
        </p:blipFill>
        <p:spPr>
          <a:xfrm>
            <a:off x="4599825" y="3283950"/>
            <a:ext cx="3762375" cy="2647950"/>
          </a:xfrm>
          <a:prstGeom prst="rect">
            <a:avLst/>
          </a:prstGeom>
          <a:noFill/>
          <a:ln cap="flat" cmpd="sng" w="25400">
            <a:solidFill>
              <a:srgbClr val="FF9900"/>
            </a:solidFill>
            <a:prstDash val="solid"/>
            <a:miter lim="8000"/>
            <a:headEnd len="sm" w="sm" type="none"/>
            <a:tailEnd len="sm" w="sm" type="none"/>
          </a:ln>
        </p:spPr>
      </p:pic>
      <p:pic>
        <p:nvPicPr>
          <p:cNvPr id="377" name="Google Shape;377;p49"/>
          <p:cNvPicPr preferRelativeResize="0"/>
          <p:nvPr/>
        </p:nvPicPr>
        <p:blipFill>
          <a:blip r:embed="rId4">
            <a:alphaModFix/>
          </a:blip>
          <a:stretch>
            <a:fillRect/>
          </a:stretch>
        </p:blipFill>
        <p:spPr>
          <a:xfrm>
            <a:off x="8480750" y="3283950"/>
            <a:ext cx="3581400" cy="2647950"/>
          </a:xfrm>
          <a:prstGeom prst="rect">
            <a:avLst/>
          </a:prstGeom>
          <a:noFill/>
          <a:ln cap="flat" cmpd="sng" w="25400">
            <a:solidFill>
              <a:srgbClr val="FF9900"/>
            </a:solidFill>
            <a:prstDash val="solid"/>
            <a:miter lim="8000"/>
            <a:headEnd len="sm" w="sm" type="none"/>
            <a:tailEnd len="sm" w="sm" type="none"/>
          </a:ln>
        </p:spPr>
      </p:pic>
      <p:sp>
        <p:nvSpPr>
          <p:cNvPr id="378" name="Google Shape;378;p49"/>
          <p:cNvSpPr txBox="1"/>
          <p:nvPr/>
        </p:nvSpPr>
        <p:spPr>
          <a:xfrm>
            <a:off x="2658625" y="1744650"/>
            <a:ext cx="84951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5D5D5D"/>
              </a:buClr>
              <a:buSzPts val="1600"/>
              <a:buFont typeface="Open Sans Light"/>
              <a:buChar char="●"/>
            </a:pPr>
            <a:r>
              <a:rPr lang="en-US" sz="1600">
                <a:solidFill>
                  <a:srgbClr val="5D5D5D"/>
                </a:solidFill>
                <a:latin typeface="Open Sans Light"/>
                <a:ea typeface="Open Sans Light"/>
                <a:cs typeface="Open Sans Light"/>
                <a:sym typeface="Open Sans Light"/>
              </a:rPr>
              <a:t>Complex Card Ownership: Some cards are joint credit cards or have authorized users added, and users may have multiple cards, which can make the incorporation of user information problematic for fraud analysis.</a:t>
            </a:r>
            <a:endParaRPr sz="1600">
              <a:solidFill>
                <a:srgbClr val="5D5D5D"/>
              </a:solidFill>
              <a:latin typeface="Open Sans Light"/>
              <a:ea typeface="Open Sans Light"/>
              <a:cs typeface="Open Sans Light"/>
              <a:sym typeface="Open Sans Light"/>
            </a:endParaRPr>
          </a:p>
          <a:p>
            <a:pPr indent="-330200" lvl="0" marL="457200" rtl="0" algn="l">
              <a:spcBef>
                <a:spcPts val="0"/>
              </a:spcBef>
              <a:spcAft>
                <a:spcPts val="0"/>
              </a:spcAft>
              <a:buClr>
                <a:srgbClr val="5D5D5D"/>
              </a:buClr>
              <a:buSzPts val="1600"/>
              <a:buFont typeface="Open Sans Light"/>
              <a:buChar char="●"/>
            </a:pPr>
            <a:r>
              <a:rPr lang="en-US" sz="1600">
                <a:solidFill>
                  <a:srgbClr val="5D5D5D"/>
                </a:solidFill>
                <a:latin typeface="Open Sans Light"/>
                <a:ea typeface="Open Sans Light"/>
                <a:cs typeface="Open Sans Light"/>
                <a:sym typeface="Open Sans Light"/>
              </a:rPr>
              <a:t>Highly Imbalanced Data: There is a significant imbalance between fraud and non-fraud transactions, complicating the detection process.</a:t>
            </a:r>
            <a:endParaRPr sz="2200">
              <a:solidFill>
                <a:srgbClr val="5D5D5D"/>
              </a:solidFill>
              <a:latin typeface="Open Sans Light"/>
              <a:ea typeface="Open Sans Light"/>
              <a:cs typeface="Open Sans Light"/>
              <a:sym typeface="Open Sans Light"/>
            </a:endParaRPr>
          </a:p>
        </p:txBody>
      </p:sp>
      <p:pic>
        <p:nvPicPr>
          <p:cNvPr id="379" name="Google Shape;379;p49"/>
          <p:cNvPicPr preferRelativeResize="0"/>
          <p:nvPr/>
        </p:nvPicPr>
        <p:blipFill>
          <a:blip r:embed="rId5">
            <a:alphaModFix/>
          </a:blip>
          <a:stretch>
            <a:fillRect/>
          </a:stretch>
        </p:blipFill>
        <p:spPr>
          <a:xfrm>
            <a:off x="1186250" y="3283950"/>
            <a:ext cx="3295025" cy="2647950"/>
          </a:xfrm>
          <a:prstGeom prst="rect">
            <a:avLst/>
          </a:prstGeom>
          <a:noFill/>
          <a:ln cap="flat" cmpd="sng" w="25400">
            <a:solidFill>
              <a:srgbClr val="FF9900"/>
            </a:solidFill>
            <a:prstDash val="solid"/>
            <a:miter lim="8000"/>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0"/>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385" name="Google Shape;385;p50"/>
          <p:cNvSpPr txBox="1"/>
          <p:nvPr>
            <p:ph idx="1" type="body"/>
          </p:nvPr>
        </p:nvSpPr>
        <p:spPr>
          <a:xfrm>
            <a:off x="2384125" y="780375"/>
            <a:ext cx="9326100" cy="646200"/>
          </a:xfrm>
          <a:prstGeom prst="rect">
            <a:avLst/>
          </a:prstGeom>
        </p:spPr>
        <p:txBody>
          <a:bodyPr anchorCtr="0" anchor="ctr" bIns="45700" lIns="45700" spcFirstLastPara="1" rIns="45700" wrap="square" tIns="45700">
            <a:normAutofit fontScale="85000"/>
          </a:bodyPr>
          <a:lstStyle/>
          <a:p>
            <a:pPr indent="0" lvl="0" marL="0" rtl="0" algn="l">
              <a:spcBef>
                <a:spcPts val="1000"/>
              </a:spcBef>
              <a:spcAft>
                <a:spcPts val="0"/>
              </a:spcAft>
              <a:buNone/>
            </a:pPr>
            <a:r>
              <a:rPr lang="en-US"/>
              <a:t>Attempt 1</a:t>
            </a:r>
            <a:r>
              <a:rPr lang="en-US"/>
              <a:t> - Card/User information for Segmentation</a:t>
            </a:r>
            <a:endParaRPr/>
          </a:p>
        </p:txBody>
      </p:sp>
      <p:sp>
        <p:nvSpPr>
          <p:cNvPr id="386" name="Google Shape;386;p50"/>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387" name="Google Shape;387;p50"/>
          <p:cNvPicPr preferRelativeResize="0"/>
          <p:nvPr/>
        </p:nvPicPr>
        <p:blipFill>
          <a:blip r:embed="rId3">
            <a:alphaModFix/>
          </a:blip>
          <a:stretch>
            <a:fillRect/>
          </a:stretch>
        </p:blipFill>
        <p:spPr>
          <a:xfrm>
            <a:off x="1423725" y="1795900"/>
            <a:ext cx="4964426" cy="4173311"/>
          </a:xfrm>
          <a:prstGeom prst="rect">
            <a:avLst/>
          </a:prstGeom>
          <a:noFill/>
          <a:ln>
            <a:noFill/>
          </a:ln>
        </p:spPr>
      </p:pic>
      <p:pic>
        <p:nvPicPr>
          <p:cNvPr id="388" name="Google Shape;388;p50"/>
          <p:cNvPicPr preferRelativeResize="0"/>
          <p:nvPr/>
        </p:nvPicPr>
        <p:blipFill>
          <a:blip r:embed="rId4">
            <a:alphaModFix/>
          </a:blip>
          <a:stretch>
            <a:fillRect/>
          </a:stretch>
        </p:blipFill>
        <p:spPr>
          <a:xfrm>
            <a:off x="6155850" y="1795900"/>
            <a:ext cx="4964426" cy="4173300"/>
          </a:xfrm>
          <a:prstGeom prst="rect">
            <a:avLst/>
          </a:prstGeom>
          <a:noFill/>
          <a:ln>
            <a:noFill/>
          </a:ln>
        </p:spPr>
      </p:pic>
      <p:sp>
        <p:nvSpPr>
          <p:cNvPr id="389" name="Google Shape;389;p50"/>
          <p:cNvSpPr txBox="1"/>
          <p:nvPr/>
        </p:nvSpPr>
        <p:spPr>
          <a:xfrm>
            <a:off x="2182750" y="5872175"/>
            <a:ext cx="8495100" cy="594000"/>
          </a:xfrm>
          <a:prstGeom prst="rect">
            <a:avLst/>
          </a:prstGeom>
          <a:noFill/>
          <a:ln>
            <a:noFill/>
          </a:ln>
        </p:spPr>
        <p:txBody>
          <a:bodyPr anchorCtr="0" anchor="t" bIns="91425" lIns="91425" spcFirstLastPara="1" rIns="91425" wrap="square" tIns="91425">
            <a:spAutoFit/>
          </a:bodyPr>
          <a:lstStyle/>
          <a:p>
            <a:pPr indent="-317500" lvl="0" marL="457200" rtl="0" algn="l">
              <a:lnSpc>
                <a:spcPct val="90000"/>
              </a:lnSpc>
              <a:spcBef>
                <a:spcPts val="1000"/>
              </a:spcBef>
              <a:spcAft>
                <a:spcPts val="0"/>
              </a:spcAft>
              <a:buClr>
                <a:srgbClr val="5D5D5D"/>
              </a:buClr>
              <a:buSzPts val="1400"/>
              <a:buFont typeface="Open Sans Light"/>
              <a:buChar char="-"/>
            </a:pPr>
            <a:r>
              <a:rPr lang="en-US">
                <a:solidFill>
                  <a:srgbClr val="5D5D5D"/>
                </a:solidFill>
                <a:latin typeface="Open Sans Light"/>
                <a:ea typeface="Open Sans Light"/>
                <a:cs typeface="Open Sans Light"/>
                <a:sym typeface="Open Sans Light"/>
              </a:rPr>
              <a:t>Unclear relationship between card/user information and fraudulence</a:t>
            </a:r>
            <a:endParaRPr>
              <a:solidFill>
                <a:srgbClr val="5D5D5D"/>
              </a:solidFill>
              <a:latin typeface="Open Sans Light"/>
              <a:ea typeface="Open Sans Light"/>
              <a:cs typeface="Open Sans Light"/>
              <a:sym typeface="Open Sans Light"/>
            </a:endParaRPr>
          </a:p>
          <a:p>
            <a:pPr indent="0" lvl="0" marL="0" rtl="0" algn="l">
              <a:spcBef>
                <a:spcPts val="0"/>
              </a:spcBef>
              <a:spcAft>
                <a:spcPts val="0"/>
              </a:spcAft>
              <a:buNone/>
            </a:pPr>
            <a:r>
              <a:t/>
            </a:r>
            <a:endParaRPr>
              <a:solidFill>
                <a:srgbClr val="5D5D5D"/>
              </a:solidFill>
              <a:latin typeface="Open Sans Light"/>
              <a:ea typeface="Open Sans Light"/>
              <a:cs typeface="Open Sans Light"/>
              <a:sym typeface="Open Sans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1"/>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r>
              <a:t/>
            </a:r>
            <a:endParaRPr/>
          </a:p>
        </p:txBody>
      </p:sp>
      <p:sp>
        <p:nvSpPr>
          <p:cNvPr id="395" name="Google Shape;395;p51"/>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396" name="Google Shape;396;p51"/>
          <p:cNvSpPr txBox="1"/>
          <p:nvPr>
            <p:ph idx="1" type="body"/>
          </p:nvPr>
        </p:nvSpPr>
        <p:spPr>
          <a:xfrm>
            <a:off x="2384125" y="780375"/>
            <a:ext cx="8827500" cy="646200"/>
          </a:xfrm>
          <a:prstGeom prst="rect">
            <a:avLst/>
          </a:prstGeom>
        </p:spPr>
        <p:txBody>
          <a:bodyPr anchorCtr="0" anchor="ctr" bIns="45700" lIns="45700" spcFirstLastPara="1" rIns="45700" wrap="square" tIns="45700">
            <a:normAutofit fontScale="77500"/>
          </a:bodyPr>
          <a:lstStyle/>
          <a:p>
            <a:pPr indent="0" lvl="0" marL="0" rtl="0" algn="l">
              <a:spcBef>
                <a:spcPts val="1000"/>
              </a:spcBef>
              <a:spcAft>
                <a:spcPts val="0"/>
              </a:spcAft>
              <a:buNone/>
            </a:pPr>
            <a:r>
              <a:rPr lang="en-US"/>
              <a:t>Attempt 1 - Card/User information for Segmentation</a:t>
            </a:r>
            <a:endParaRPr/>
          </a:p>
        </p:txBody>
      </p:sp>
      <p:sp>
        <p:nvSpPr>
          <p:cNvPr id="397" name="Google Shape;397;p51"/>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398" name="Google Shape;398;p51"/>
          <p:cNvPicPr preferRelativeResize="0"/>
          <p:nvPr/>
        </p:nvPicPr>
        <p:blipFill>
          <a:blip r:embed="rId3">
            <a:alphaModFix/>
          </a:blip>
          <a:stretch>
            <a:fillRect/>
          </a:stretch>
        </p:blipFill>
        <p:spPr>
          <a:xfrm>
            <a:off x="3300050" y="1870100"/>
            <a:ext cx="7102500" cy="388463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2"/>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r>
              <a:t/>
            </a:r>
            <a:endParaRPr/>
          </a:p>
        </p:txBody>
      </p:sp>
      <p:sp>
        <p:nvSpPr>
          <p:cNvPr id="404" name="Google Shape;404;p52"/>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405" name="Google Shape;405;p52"/>
          <p:cNvSpPr txBox="1"/>
          <p:nvPr>
            <p:ph idx="1" type="body"/>
          </p:nvPr>
        </p:nvSpPr>
        <p:spPr>
          <a:xfrm>
            <a:off x="2384125" y="780375"/>
            <a:ext cx="7960500" cy="646200"/>
          </a:xfrm>
          <a:prstGeom prst="rect">
            <a:avLst/>
          </a:prstGeom>
        </p:spPr>
        <p:txBody>
          <a:bodyPr anchorCtr="0" anchor="ctr" bIns="45700" lIns="45700" spcFirstLastPara="1" rIns="45700" wrap="square" tIns="45700">
            <a:normAutofit fontScale="70000"/>
          </a:bodyPr>
          <a:lstStyle/>
          <a:p>
            <a:pPr indent="0" lvl="0" marL="0" rtl="0" algn="l">
              <a:spcBef>
                <a:spcPts val="1000"/>
              </a:spcBef>
              <a:spcAft>
                <a:spcPts val="0"/>
              </a:spcAft>
              <a:buNone/>
            </a:pPr>
            <a:r>
              <a:rPr lang="en-US"/>
              <a:t>Attempt 1 - Card/User information for Segmentation</a:t>
            </a:r>
            <a:endParaRPr/>
          </a:p>
        </p:txBody>
      </p:sp>
      <p:sp>
        <p:nvSpPr>
          <p:cNvPr id="406" name="Google Shape;406;p52"/>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407" name="Google Shape;407;p52"/>
          <p:cNvPicPr preferRelativeResize="0"/>
          <p:nvPr/>
        </p:nvPicPr>
        <p:blipFill>
          <a:blip r:embed="rId3">
            <a:alphaModFix/>
          </a:blip>
          <a:stretch>
            <a:fillRect/>
          </a:stretch>
        </p:blipFill>
        <p:spPr>
          <a:xfrm>
            <a:off x="1806200" y="1676325"/>
            <a:ext cx="4961900" cy="4394825"/>
          </a:xfrm>
          <a:prstGeom prst="rect">
            <a:avLst/>
          </a:prstGeom>
          <a:noFill/>
          <a:ln>
            <a:noFill/>
          </a:ln>
        </p:spPr>
      </p:pic>
      <p:pic>
        <p:nvPicPr>
          <p:cNvPr id="408" name="Google Shape;408;p52"/>
          <p:cNvPicPr preferRelativeResize="0"/>
          <p:nvPr/>
        </p:nvPicPr>
        <p:blipFill>
          <a:blip r:embed="rId4">
            <a:alphaModFix/>
          </a:blip>
          <a:stretch>
            <a:fillRect/>
          </a:stretch>
        </p:blipFill>
        <p:spPr>
          <a:xfrm>
            <a:off x="6678200" y="1713150"/>
            <a:ext cx="5056175" cy="4321200"/>
          </a:xfrm>
          <a:prstGeom prst="rect">
            <a:avLst/>
          </a:prstGeom>
          <a:noFill/>
          <a:ln>
            <a:noFill/>
          </a:ln>
        </p:spPr>
      </p:pic>
      <p:sp>
        <p:nvSpPr>
          <p:cNvPr id="409" name="Google Shape;409;p52"/>
          <p:cNvSpPr/>
          <p:nvPr/>
        </p:nvSpPr>
        <p:spPr>
          <a:xfrm>
            <a:off x="6955475" y="4241950"/>
            <a:ext cx="299100" cy="199500"/>
          </a:xfrm>
          <a:prstGeom prst="right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
        <p:nvSpPr>
          <p:cNvPr id="410" name="Google Shape;410;p52"/>
          <p:cNvSpPr/>
          <p:nvPr/>
        </p:nvSpPr>
        <p:spPr>
          <a:xfrm>
            <a:off x="6955475" y="4660175"/>
            <a:ext cx="299100" cy="199500"/>
          </a:xfrm>
          <a:prstGeom prst="right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
        <p:nvSpPr>
          <p:cNvPr id="411" name="Google Shape;411;p52"/>
          <p:cNvSpPr/>
          <p:nvPr/>
        </p:nvSpPr>
        <p:spPr>
          <a:xfrm>
            <a:off x="1932925" y="5133750"/>
            <a:ext cx="299100" cy="199500"/>
          </a:xfrm>
          <a:prstGeom prst="right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
        <p:nvSpPr>
          <p:cNvPr id="412" name="Google Shape;412;p52"/>
          <p:cNvSpPr/>
          <p:nvPr/>
        </p:nvSpPr>
        <p:spPr>
          <a:xfrm>
            <a:off x="1932925" y="5333250"/>
            <a:ext cx="299100" cy="199500"/>
          </a:xfrm>
          <a:prstGeom prst="right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
        <p:nvSpPr>
          <p:cNvPr id="413" name="Google Shape;413;p52"/>
          <p:cNvSpPr/>
          <p:nvPr/>
        </p:nvSpPr>
        <p:spPr>
          <a:xfrm>
            <a:off x="6955475" y="4934250"/>
            <a:ext cx="299100" cy="199500"/>
          </a:xfrm>
          <a:prstGeom prst="right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
        <p:nvSpPr>
          <p:cNvPr id="414" name="Google Shape;414;p52"/>
          <p:cNvSpPr/>
          <p:nvPr/>
        </p:nvSpPr>
        <p:spPr>
          <a:xfrm>
            <a:off x="1932925" y="4859675"/>
            <a:ext cx="299100" cy="199500"/>
          </a:xfrm>
          <a:prstGeom prst="right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
        <p:nvSpPr>
          <p:cNvPr id="415" name="Google Shape;415;p52"/>
          <p:cNvSpPr/>
          <p:nvPr/>
        </p:nvSpPr>
        <p:spPr>
          <a:xfrm>
            <a:off x="1706525" y="4660175"/>
            <a:ext cx="299100" cy="199500"/>
          </a:xfrm>
          <a:prstGeom prst="right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
        <p:nvSpPr>
          <p:cNvPr id="416" name="Google Shape;416;p52"/>
          <p:cNvSpPr txBox="1"/>
          <p:nvPr/>
        </p:nvSpPr>
        <p:spPr>
          <a:xfrm>
            <a:off x="2658625" y="6007000"/>
            <a:ext cx="2649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5D5D5D"/>
                </a:solidFill>
                <a:latin typeface="Open Sans Light"/>
                <a:ea typeface="Open Sans Light"/>
                <a:cs typeface="Open Sans Light"/>
                <a:sym typeface="Open Sans Light"/>
              </a:rPr>
              <a:t>Original Data</a:t>
            </a:r>
            <a:endParaRPr sz="2000">
              <a:solidFill>
                <a:srgbClr val="5D5D5D"/>
              </a:solidFill>
              <a:latin typeface="Open Sans Light"/>
              <a:ea typeface="Open Sans Light"/>
              <a:cs typeface="Open Sans Light"/>
              <a:sym typeface="Open Sans Light"/>
            </a:endParaRPr>
          </a:p>
        </p:txBody>
      </p:sp>
      <p:sp>
        <p:nvSpPr>
          <p:cNvPr id="417" name="Google Shape;417;p52"/>
          <p:cNvSpPr txBox="1"/>
          <p:nvPr/>
        </p:nvSpPr>
        <p:spPr>
          <a:xfrm>
            <a:off x="7617100" y="6007000"/>
            <a:ext cx="2649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5D5D5D"/>
                </a:solidFill>
                <a:latin typeface="Open Sans Light"/>
                <a:ea typeface="Open Sans Light"/>
                <a:cs typeface="Open Sans Light"/>
                <a:sym typeface="Open Sans Light"/>
              </a:rPr>
              <a:t>Oversampled </a:t>
            </a:r>
            <a:r>
              <a:rPr lang="en-US" sz="2000">
                <a:solidFill>
                  <a:srgbClr val="5D5D5D"/>
                </a:solidFill>
                <a:latin typeface="Open Sans Light"/>
                <a:ea typeface="Open Sans Light"/>
                <a:cs typeface="Open Sans Light"/>
                <a:sym typeface="Open Sans Light"/>
              </a:rPr>
              <a:t>Data</a:t>
            </a:r>
            <a:endParaRPr sz="2000">
              <a:solidFill>
                <a:srgbClr val="5D5D5D"/>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3"/>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423" name="Google Shape;423;p53"/>
          <p:cNvSpPr txBox="1"/>
          <p:nvPr>
            <p:ph idx="1" type="body"/>
          </p:nvPr>
        </p:nvSpPr>
        <p:spPr>
          <a:xfrm>
            <a:off x="2384125" y="780375"/>
            <a:ext cx="9326100" cy="646200"/>
          </a:xfrm>
          <a:prstGeom prst="rect">
            <a:avLst/>
          </a:prstGeom>
        </p:spPr>
        <p:txBody>
          <a:bodyPr anchorCtr="0" anchor="ctr" bIns="45700" lIns="45700" spcFirstLastPara="1" rIns="45700" wrap="square" tIns="45700">
            <a:normAutofit fontScale="85000"/>
          </a:bodyPr>
          <a:lstStyle/>
          <a:p>
            <a:pPr indent="0" lvl="0" marL="0" rtl="0" algn="l">
              <a:spcBef>
                <a:spcPts val="1000"/>
              </a:spcBef>
              <a:spcAft>
                <a:spcPts val="0"/>
              </a:spcAft>
              <a:buNone/>
            </a:pPr>
            <a:r>
              <a:rPr lang="en-US"/>
              <a:t>Attempt 1 - Card/User information for Segmentation</a:t>
            </a:r>
            <a:endParaRPr/>
          </a:p>
        </p:txBody>
      </p:sp>
      <p:sp>
        <p:nvSpPr>
          <p:cNvPr id="424" name="Google Shape;424;p53"/>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sp>
        <p:nvSpPr>
          <p:cNvPr id="425" name="Google Shape;425;p53"/>
          <p:cNvSpPr txBox="1"/>
          <p:nvPr/>
        </p:nvSpPr>
        <p:spPr>
          <a:xfrm>
            <a:off x="2182750" y="5872175"/>
            <a:ext cx="8495100" cy="594000"/>
          </a:xfrm>
          <a:prstGeom prst="rect">
            <a:avLst/>
          </a:prstGeom>
          <a:noFill/>
          <a:ln>
            <a:noFill/>
          </a:ln>
        </p:spPr>
        <p:txBody>
          <a:bodyPr anchorCtr="0" anchor="t" bIns="91425" lIns="91425" spcFirstLastPara="1" rIns="91425" wrap="square" tIns="91425">
            <a:spAutoFit/>
          </a:bodyPr>
          <a:lstStyle/>
          <a:p>
            <a:pPr indent="-317500" lvl="0" marL="457200" rtl="0" algn="l">
              <a:lnSpc>
                <a:spcPct val="90000"/>
              </a:lnSpc>
              <a:spcBef>
                <a:spcPts val="1000"/>
              </a:spcBef>
              <a:spcAft>
                <a:spcPts val="0"/>
              </a:spcAft>
              <a:buClr>
                <a:srgbClr val="5D5D5D"/>
              </a:buClr>
              <a:buSzPts val="1400"/>
              <a:buFont typeface="Open Sans Light"/>
              <a:buChar char="-"/>
            </a:pPr>
            <a:r>
              <a:rPr lang="en-US">
                <a:solidFill>
                  <a:srgbClr val="5D5D5D"/>
                </a:solidFill>
                <a:latin typeface="Open Sans Light"/>
                <a:ea typeface="Open Sans Light"/>
                <a:cs typeface="Open Sans Light"/>
                <a:sym typeface="Open Sans Light"/>
              </a:rPr>
              <a:t>Unclear relationship between card/user information and fraudulence</a:t>
            </a:r>
            <a:endParaRPr>
              <a:solidFill>
                <a:srgbClr val="5D5D5D"/>
              </a:solidFill>
              <a:latin typeface="Open Sans Light"/>
              <a:ea typeface="Open Sans Light"/>
              <a:cs typeface="Open Sans Light"/>
              <a:sym typeface="Open Sans Light"/>
            </a:endParaRPr>
          </a:p>
          <a:p>
            <a:pPr indent="0" lvl="0" marL="0" rtl="0" algn="l">
              <a:spcBef>
                <a:spcPts val="0"/>
              </a:spcBef>
              <a:spcAft>
                <a:spcPts val="0"/>
              </a:spcAft>
              <a:buNone/>
            </a:pPr>
            <a:r>
              <a:t/>
            </a:r>
            <a:endParaRPr>
              <a:solidFill>
                <a:srgbClr val="5D5D5D"/>
              </a:solidFill>
              <a:latin typeface="Open Sans Light"/>
              <a:ea typeface="Open Sans Light"/>
              <a:cs typeface="Open Sans Light"/>
              <a:sym typeface="Open Sans Light"/>
            </a:endParaRPr>
          </a:p>
        </p:txBody>
      </p:sp>
      <p:pic>
        <p:nvPicPr>
          <p:cNvPr id="426" name="Google Shape;426;p53"/>
          <p:cNvPicPr preferRelativeResize="0"/>
          <p:nvPr/>
        </p:nvPicPr>
        <p:blipFill>
          <a:blip r:embed="rId3">
            <a:alphaModFix/>
          </a:blip>
          <a:stretch>
            <a:fillRect/>
          </a:stretch>
        </p:blipFill>
        <p:spPr>
          <a:xfrm>
            <a:off x="3447900" y="1790350"/>
            <a:ext cx="6993226" cy="4315825"/>
          </a:xfrm>
          <a:prstGeom prst="rect">
            <a:avLst/>
          </a:prstGeom>
          <a:noFill/>
          <a:ln>
            <a:noFill/>
          </a:ln>
        </p:spPr>
      </p:pic>
      <p:pic>
        <p:nvPicPr>
          <p:cNvPr id="427" name="Google Shape;427;p53"/>
          <p:cNvPicPr preferRelativeResize="0"/>
          <p:nvPr/>
        </p:nvPicPr>
        <p:blipFill>
          <a:blip r:embed="rId4">
            <a:alphaModFix/>
          </a:blip>
          <a:stretch>
            <a:fillRect/>
          </a:stretch>
        </p:blipFill>
        <p:spPr>
          <a:xfrm>
            <a:off x="10677855" y="5710875"/>
            <a:ext cx="1148797" cy="646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4"/>
          <p:cNvSpPr txBox="1"/>
          <p:nvPr>
            <p:ph idx="1" type="body"/>
          </p:nvPr>
        </p:nvSpPr>
        <p:spPr>
          <a:xfrm>
            <a:off x="2384125" y="780375"/>
            <a:ext cx="8193000" cy="646200"/>
          </a:xfrm>
          <a:prstGeom prst="rect">
            <a:avLst/>
          </a:prstGeom>
        </p:spPr>
        <p:txBody>
          <a:bodyPr anchorCtr="0" anchor="ctr" bIns="45700" lIns="45700" spcFirstLastPara="1" rIns="45700" wrap="square" tIns="45700">
            <a:normAutofit fontScale="85000"/>
          </a:bodyPr>
          <a:lstStyle/>
          <a:p>
            <a:pPr indent="0" lvl="0" marL="0" rtl="0" algn="l">
              <a:spcBef>
                <a:spcPts val="1000"/>
              </a:spcBef>
              <a:spcAft>
                <a:spcPts val="0"/>
              </a:spcAft>
              <a:buNone/>
            </a:pPr>
            <a:r>
              <a:rPr lang="en-US"/>
              <a:t>Attempt 2: MCC-Based Transaction Analysis</a:t>
            </a:r>
            <a:endParaRPr/>
          </a:p>
        </p:txBody>
      </p:sp>
      <p:pic>
        <p:nvPicPr>
          <p:cNvPr id="433" name="Google Shape;433;p54"/>
          <p:cNvPicPr preferRelativeResize="0"/>
          <p:nvPr/>
        </p:nvPicPr>
        <p:blipFill>
          <a:blip r:embed="rId3">
            <a:alphaModFix/>
          </a:blip>
          <a:stretch>
            <a:fillRect/>
          </a:stretch>
        </p:blipFill>
        <p:spPr>
          <a:xfrm>
            <a:off x="2514600" y="1843100"/>
            <a:ext cx="7883024" cy="2463425"/>
          </a:xfrm>
          <a:prstGeom prst="rect">
            <a:avLst/>
          </a:prstGeom>
          <a:noFill/>
          <a:ln>
            <a:noFill/>
          </a:ln>
        </p:spPr>
      </p:pic>
      <p:pic>
        <p:nvPicPr>
          <p:cNvPr id="434" name="Google Shape;434;p54"/>
          <p:cNvPicPr preferRelativeResize="0"/>
          <p:nvPr/>
        </p:nvPicPr>
        <p:blipFill>
          <a:blip r:embed="rId4">
            <a:alphaModFix/>
          </a:blip>
          <a:stretch>
            <a:fillRect/>
          </a:stretch>
        </p:blipFill>
        <p:spPr>
          <a:xfrm>
            <a:off x="2658625" y="4370000"/>
            <a:ext cx="7739000" cy="188538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5"/>
          <p:cNvSpPr txBox="1"/>
          <p:nvPr>
            <p:ph idx="1" type="body"/>
          </p:nvPr>
        </p:nvSpPr>
        <p:spPr>
          <a:xfrm>
            <a:off x="2384125" y="780375"/>
            <a:ext cx="7783200" cy="646200"/>
          </a:xfrm>
          <a:prstGeom prst="rect">
            <a:avLst/>
          </a:prstGeom>
        </p:spPr>
        <p:txBody>
          <a:bodyPr anchorCtr="0" anchor="ctr" bIns="45700" lIns="45700" spcFirstLastPara="1" rIns="45700" wrap="square" tIns="45700">
            <a:normAutofit fontScale="85000"/>
          </a:bodyPr>
          <a:lstStyle/>
          <a:p>
            <a:pPr indent="0" lvl="0" marL="0" rtl="0" algn="l">
              <a:spcBef>
                <a:spcPts val="1000"/>
              </a:spcBef>
              <a:spcAft>
                <a:spcPts val="0"/>
              </a:spcAft>
              <a:buNone/>
            </a:pPr>
            <a:r>
              <a:rPr lang="en-US"/>
              <a:t>Attempt 2: MCC-Based Transaction Analysis</a:t>
            </a:r>
            <a:endParaRPr/>
          </a:p>
        </p:txBody>
      </p:sp>
      <p:sp>
        <p:nvSpPr>
          <p:cNvPr id="440" name="Google Shape;440;p55"/>
          <p:cNvSpPr txBox="1"/>
          <p:nvPr>
            <p:ph idx="3" type="body"/>
          </p:nvPr>
        </p:nvSpPr>
        <p:spPr>
          <a:xfrm>
            <a:off x="1865775" y="2017425"/>
            <a:ext cx="4446600" cy="4606800"/>
          </a:xfrm>
          <a:prstGeom prst="rect">
            <a:avLst/>
          </a:prstGeom>
        </p:spPr>
        <p:txBody>
          <a:bodyPr anchorCtr="0" anchor="t" bIns="45700" lIns="45700" spcFirstLastPara="1" rIns="45700" wrap="square" tIns="45700">
            <a:normAutofit fontScale="70000" lnSpcReduction="20000"/>
          </a:bodyPr>
          <a:lstStyle/>
          <a:p>
            <a:pPr indent="-355282" lvl="0" marL="457200" rtl="0" algn="l">
              <a:spcBef>
                <a:spcPts val="0"/>
              </a:spcBef>
              <a:spcAft>
                <a:spcPts val="0"/>
              </a:spcAft>
              <a:buSzPct val="100000"/>
              <a:buChar char="●"/>
            </a:pPr>
            <a:r>
              <a:rPr b="0" lang="en-US" sz="2850">
                <a:latin typeface="Arial"/>
                <a:ea typeface="Arial"/>
                <a:cs typeface="Arial"/>
                <a:sym typeface="Arial"/>
              </a:rPr>
              <a:t>Isolation Forest on 5733 MCC </a:t>
            </a:r>
            <a:endParaRPr b="0" sz="2850">
              <a:latin typeface="Arial"/>
              <a:ea typeface="Arial"/>
              <a:cs typeface="Arial"/>
              <a:sym typeface="Arial"/>
            </a:endParaRPr>
          </a:p>
          <a:p>
            <a:pPr indent="-355282" lvl="1" marL="914400" rtl="0" algn="l">
              <a:spcBef>
                <a:spcPts val="0"/>
              </a:spcBef>
              <a:spcAft>
                <a:spcPts val="0"/>
              </a:spcAft>
              <a:buSzPct val="100000"/>
              <a:buChar char="○"/>
            </a:pPr>
            <a:r>
              <a:rPr lang="en-US" sz="2850">
                <a:latin typeface="Arial"/>
                <a:ea typeface="Arial"/>
                <a:cs typeface="Arial"/>
                <a:sym typeface="Arial"/>
              </a:rPr>
              <a:t>3 predicted </a:t>
            </a:r>
            <a:r>
              <a:rPr lang="en-US" sz="2850">
                <a:latin typeface="Arial"/>
                <a:ea typeface="Arial"/>
                <a:cs typeface="Arial"/>
                <a:sym typeface="Arial"/>
              </a:rPr>
              <a:t>abnormality</a:t>
            </a:r>
            <a:endParaRPr sz="2850">
              <a:latin typeface="Arial"/>
              <a:ea typeface="Arial"/>
              <a:cs typeface="Arial"/>
              <a:sym typeface="Arial"/>
            </a:endParaRPr>
          </a:p>
          <a:p>
            <a:pPr indent="-355282" lvl="1" marL="914400" rtl="0" algn="l">
              <a:spcBef>
                <a:spcPts val="0"/>
              </a:spcBef>
              <a:spcAft>
                <a:spcPts val="0"/>
              </a:spcAft>
              <a:buSzPct val="100000"/>
              <a:buChar char="○"/>
            </a:pPr>
            <a:r>
              <a:rPr lang="en-US" sz="2850">
                <a:latin typeface="Arial"/>
                <a:ea typeface="Arial"/>
                <a:cs typeface="Arial"/>
                <a:sym typeface="Arial"/>
              </a:rPr>
              <a:t>76 </a:t>
            </a:r>
            <a:r>
              <a:rPr lang="en-US" sz="2850">
                <a:latin typeface="Arial"/>
                <a:ea typeface="Arial"/>
                <a:cs typeface="Arial"/>
                <a:sym typeface="Arial"/>
              </a:rPr>
              <a:t>abnormality</a:t>
            </a:r>
            <a:r>
              <a:rPr lang="en-US" sz="2850">
                <a:latin typeface="Arial"/>
                <a:ea typeface="Arial"/>
                <a:cs typeface="Arial"/>
                <a:sym typeface="Arial"/>
              </a:rPr>
              <a:t> in 204 transactions</a:t>
            </a:r>
            <a:endParaRPr sz="2850">
              <a:latin typeface="Arial"/>
              <a:ea typeface="Arial"/>
              <a:cs typeface="Arial"/>
              <a:sym typeface="Arial"/>
            </a:endParaRPr>
          </a:p>
          <a:p>
            <a:pPr indent="0" lvl="0" marL="0" rtl="0" algn="l">
              <a:spcBef>
                <a:spcPts val="0"/>
              </a:spcBef>
              <a:spcAft>
                <a:spcPts val="0"/>
              </a:spcAft>
              <a:buNone/>
            </a:pPr>
            <a:r>
              <a:t/>
            </a:r>
            <a:endParaRPr b="0" sz="2850">
              <a:latin typeface="Arial"/>
              <a:ea typeface="Arial"/>
              <a:cs typeface="Arial"/>
              <a:sym typeface="Arial"/>
            </a:endParaRPr>
          </a:p>
          <a:p>
            <a:pPr indent="-355282" lvl="0" marL="457200" rtl="0" algn="l">
              <a:spcBef>
                <a:spcPts val="0"/>
              </a:spcBef>
              <a:spcAft>
                <a:spcPts val="0"/>
              </a:spcAft>
              <a:buSzPct val="100000"/>
              <a:buChar char="●"/>
            </a:pPr>
            <a:r>
              <a:rPr b="0" lang="en-US" sz="2850">
                <a:latin typeface="Arial"/>
                <a:ea typeface="Arial"/>
                <a:cs typeface="Arial"/>
                <a:sym typeface="Arial"/>
              </a:rPr>
              <a:t>Moving average on 5912 MCC</a:t>
            </a:r>
            <a:endParaRPr b="0" sz="2850">
              <a:latin typeface="Arial"/>
              <a:ea typeface="Arial"/>
              <a:cs typeface="Arial"/>
              <a:sym typeface="Arial"/>
            </a:endParaRPr>
          </a:p>
          <a:p>
            <a:pPr indent="-355282" lvl="1" marL="914400" rtl="0" algn="l">
              <a:lnSpc>
                <a:spcPct val="115000"/>
              </a:lnSpc>
              <a:spcBef>
                <a:spcPts val="0"/>
              </a:spcBef>
              <a:spcAft>
                <a:spcPts val="0"/>
              </a:spcAft>
              <a:buSzPct val="100000"/>
              <a:buChar char="○"/>
            </a:pPr>
            <a:r>
              <a:rPr lang="en-US" sz="2850">
                <a:latin typeface="Arial"/>
                <a:ea typeface="Arial"/>
                <a:cs typeface="Arial"/>
                <a:sym typeface="Arial"/>
              </a:rPr>
              <a:t>window_size - 3</a:t>
            </a:r>
            <a:endParaRPr sz="2850">
              <a:latin typeface="Arial"/>
              <a:ea typeface="Arial"/>
              <a:cs typeface="Arial"/>
              <a:sym typeface="Arial"/>
            </a:endParaRPr>
          </a:p>
          <a:p>
            <a:pPr indent="-355282" lvl="1" marL="914400" rtl="0" algn="l">
              <a:lnSpc>
                <a:spcPct val="115000"/>
              </a:lnSpc>
              <a:spcBef>
                <a:spcPts val="0"/>
              </a:spcBef>
              <a:spcAft>
                <a:spcPts val="0"/>
              </a:spcAft>
              <a:buSzPct val="100000"/>
              <a:buChar char="○"/>
            </a:pPr>
            <a:r>
              <a:rPr lang="en-US" sz="2850">
                <a:latin typeface="Arial"/>
                <a:ea typeface="Arial"/>
                <a:cs typeface="Arial"/>
                <a:sym typeface="Arial"/>
              </a:rPr>
              <a:t>Threshold of standard deviation: 1</a:t>
            </a:r>
            <a:endParaRPr sz="2850">
              <a:latin typeface="Arial"/>
              <a:ea typeface="Arial"/>
              <a:cs typeface="Arial"/>
              <a:sym typeface="Arial"/>
            </a:endParaRPr>
          </a:p>
          <a:p>
            <a:pPr indent="-355282" lvl="1" marL="914400" rtl="0" algn="l">
              <a:lnSpc>
                <a:spcPct val="115000"/>
              </a:lnSpc>
              <a:spcBef>
                <a:spcPts val="0"/>
              </a:spcBef>
              <a:spcAft>
                <a:spcPts val="0"/>
              </a:spcAft>
              <a:buSzPct val="100000"/>
              <a:buChar char="○"/>
            </a:pPr>
            <a:r>
              <a:rPr lang="en-US" sz="2850">
                <a:latin typeface="Arial"/>
                <a:ea typeface="Arial"/>
                <a:cs typeface="Arial"/>
                <a:sym typeface="Arial"/>
              </a:rPr>
              <a:t>479 in totally 517,400 transactions</a:t>
            </a:r>
            <a:endParaRPr sz="2850">
              <a:latin typeface="Arial"/>
              <a:ea typeface="Arial"/>
              <a:cs typeface="Arial"/>
              <a:sym typeface="Arial"/>
            </a:endParaRPr>
          </a:p>
          <a:p>
            <a:pPr indent="-355282" lvl="1" marL="914400" rtl="0" algn="l">
              <a:lnSpc>
                <a:spcPct val="115000"/>
              </a:lnSpc>
              <a:spcBef>
                <a:spcPts val="0"/>
              </a:spcBef>
              <a:spcAft>
                <a:spcPts val="0"/>
              </a:spcAft>
              <a:buSzPct val="100000"/>
              <a:buChar char="○"/>
            </a:pPr>
            <a:r>
              <a:rPr lang="en-US" sz="2850">
                <a:latin typeface="Arial"/>
                <a:ea typeface="Arial"/>
                <a:cs typeface="Arial"/>
                <a:sym typeface="Arial"/>
              </a:rPr>
              <a:t>Precision: 0.0014</a:t>
            </a:r>
            <a:endParaRPr sz="2850">
              <a:latin typeface="Arial"/>
              <a:ea typeface="Arial"/>
              <a:cs typeface="Arial"/>
              <a:sym typeface="Arial"/>
            </a:endParaRPr>
          </a:p>
          <a:p>
            <a:pPr indent="-355282" lvl="1" marL="914400" rtl="0" algn="l">
              <a:lnSpc>
                <a:spcPct val="115000"/>
              </a:lnSpc>
              <a:spcBef>
                <a:spcPts val="0"/>
              </a:spcBef>
              <a:spcAft>
                <a:spcPts val="0"/>
              </a:spcAft>
              <a:buSzPct val="100000"/>
              <a:buChar char="○"/>
            </a:pPr>
            <a:r>
              <a:rPr lang="en-US" sz="2850">
                <a:latin typeface="Arial"/>
                <a:ea typeface="Arial"/>
                <a:cs typeface="Arial"/>
                <a:sym typeface="Arial"/>
              </a:rPr>
              <a:t>Recall: 0.5031</a:t>
            </a:r>
            <a:endParaRPr sz="2850">
              <a:latin typeface="Arial"/>
              <a:ea typeface="Arial"/>
              <a:cs typeface="Arial"/>
              <a:sym typeface="Arial"/>
            </a:endParaRPr>
          </a:p>
          <a:p>
            <a:pPr indent="-355282" lvl="1" marL="914400" rtl="0" algn="l">
              <a:lnSpc>
                <a:spcPct val="115000"/>
              </a:lnSpc>
              <a:spcBef>
                <a:spcPts val="0"/>
              </a:spcBef>
              <a:spcAft>
                <a:spcPts val="0"/>
              </a:spcAft>
              <a:buSzPct val="100000"/>
              <a:buChar char="○"/>
            </a:pPr>
            <a:r>
              <a:rPr lang="en-US" sz="2850">
                <a:latin typeface="Arial"/>
                <a:ea typeface="Arial"/>
                <a:cs typeface="Arial"/>
                <a:sym typeface="Arial"/>
              </a:rPr>
              <a:t>Weighted F1 Score: 0.7959</a:t>
            </a:r>
            <a:endParaRPr sz="2850">
              <a:latin typeface="Arial"/>
              <a:ea typeface="Arial"/>
              <a:cs typeface="Arial"/>
              <a:sym typeface="Arial"/>
            </a:endParaRPr>
          </a:p>
          <a:p>
            <a:pPr indent="0" lvl="0" marL="0" rtl="0" algn="l">
              <a:lnSpc>
                <a:spcPct val="115000"/>
              </a:lnSpc>
              <a:spcBef>
                <a:spcPts val="0"/>
              </a:spcBef>
              <a:spcAft>
                <a:spcPts val="0"/>
              </a:spcAft>
              <a:buNone/>
            </a:pPr>
            <a:r>
              <a:t/>
            </a:r>
            <a:endParaRPr sz="2850">
              <a:latin typeface="Arial"/>
              <a:ea typeface="Arial"/>
              <a:cs typeface="Arial"/>
              <a:sym typeface="Arial"/>
            </a:endParaRPr>
          </a:p>
          <a:p>
            <a:pPr indent="0" lvl="0" marL="0" rtl="0" algn="l">
              <a:lnSpc>
                <a:spcPct val="115000"/>
              </a:lnSpc>
              <a:spcBef>
                <a:spcPts val="0"/>
              </a:spcBef>
              <a:spcAft>
                <a:spcPts val="0"/>
              </a:spcAft>
              <a:buNone/>
            </a:pPr>
            <a:r>
              <a:rPr lang="en-US" sz="2850">
                <a:latin typeface="Arial"/>
                <a:ea typeface="Arial"/>
                <a:cs typeface="Arial"/>
                <a:sym typeface="Arial"/>
              </a:rPr>
              <a:t>Key Insight: </a:t>
            </a:r>
            <a:r>
              <a:rPr b="0" lang="en-US" sz="2850">
                <a:solidFill>
                  <a:srgbClr val="000000"/>
                </a:solidFill>
                <a:latin typeface="Arial"/>
                <a:ea typeface="Arial"/>
                <a:cs typeface="Arial"/>
                <a:sym typeface="Arial"/>
              </a:rPr>
              <a:t>fraud ≠ anomaly</a:t>
            </a:r>
            <a:endParaRPr sz="2850">
              <a:latin typeface="Arial"/>
              <a:ea typeface="Arial"/>
              <a:cs typeface="Arial"/>
              <a:sym typeface="Arial"/>
            </a:endParaRPr>
          </a:p>
          <a:p>
            <a:pPr indent="0" lvl="0" marL="0" rtl="0" algn="l">
              <a:spcBef>
                <a:spcPts val="0"/>
              </a:spcBef>
              <a:spcAft>
                <a:spcPts val="0"/>
              </a:spcAft>
              <a:buNone/>
            </a:pPr>
            <a:r>
              <a:t/>
            </a:r>
            <a:endParaRPr/>
          </a:p>
        </p:txBody>
      </p:sp>
      <p:pic>
        <p:nvPicPr>
          <p:cNvPr id="441" name="Google Shape;441;p55"/>
          <p:cNvPicPr preferRelativeResize="0"/>
          <p:nvPr/>
        </p:nvPicPr>
        <p:blipFill>
          <a:blip r:embed="rId3">
            <a:alphaModFix/>
          </a:blip>
          <a:stretch>
            <a:fillRect/>
          </a:stretch>
        </p:blipFill>
        <p:spPr>
          <a:xfrm>
            <a:off x="5928925" y="1899475"/>
            <a:ext cx="5703375" cy="37491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6"/>
          <p:cNvSpPr txBox="1"/>
          <p:nvPr>
            <p:ph idx="1" type="body"/>
          </p:nvPr>
        </p:nvSpPr>
        <p:spPr>
          <a:xfrm>
            <a:off x="2384125" y="780375"/>
            <a:ext cx="8544300" cy="646200"/>
          </a:xfrm>
          <a:prstGeom prst="rect">
            <a:avLst/>
          </a:prstGeom>
        </p:spPr>
        <p:txBody>
          <a:bodyPr anchorCtr="0" anchor="ctr" bIns="45700" lIns="45700" spcFirstLastPara="1" rIns="45700" wrap="square" tIns="45700">
            <a:normAutofit fontScale="92500"/>
          </a:bodyPr>
          <a:lstStyle/>
          <a:p>
            <a:pPr indent="0" lvl="0" marL="0" rtl="0" algn="l">
              <a:spcBef>
                <a:spcPts val="1000"/>
              </a:spcBef>
              <a:spcAft>
                <a:spcPts val="0"/>
              </a:spcAft>
              <a:buNone/>
            </a:pPr>
            <a:r>
              <a:rPr lang="en-US"/>
              <a:t>Attempt 2: MCC-Based Transaction Analysis</a:t>
            </a:r>
            <a:endParaRPr/>
          </a:p>
        </p:txBody>
      </p:sp>
      <p:sp>
        <p:nvSpPr>
          <p:cNvPr id="447" name="Google Shape;447;p56"/>
          <p:cNvSpPr txBox="1"/>
          <p:nvPr>
            <p:ph idx="3" type="body"/>
          </p:nvPr>
        </p:nvSpPr>
        <p:spPr>
          <a:xfrm>
            <a:off x="2384125" y="1585250"/>
            <a:ext cx="8649900" cy="1610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rPr b="0" lang="en-US" sz="1700">
                <a:latin typeface="Open Sans Light"/>
                <a:ea typeface="Open Sans Light"/>
                <a:cs typeface="Open Sans Light"/>
                <a:sym typeface="Open Sans Light"/>
              </a:rPr>
              <a:t>Feature Engineer:</a:t>
            </a:r>
            <a:endParaRPr b="0" sz="1700">
              <a:latin typeface="Open Sans Light"/>
              <a:ea typeface="Open Sans Light"/>
              <a:cs typeface="Open Sans Light"/>
              <a:sym typeface="Open Sans Light"/>
            </a:endParaRPr>
          </a:p>
          <a:p>
            <a:pPr indent="-336550" lvl="0" marL="457200" rtl="0" algn="l">
              <a:spcBef>
                <a:spcPts val="0"/>
              </a:spcBef>
              <a:spcAft>
                <a:spcPts val="0"/>
              </a:spcAft>
              <a:buSzPts val="1700"/>
              <a:buFont typeface="Open Sans Light"/>
              <a:buChar char="●"/>
            </a:pPr>
            <a:r>
              <a:rPr b="0" lang="en-US" sz="1700">
                <a:latin typeface="Open Sans Light"/>
                <a:ea typeface="Open Sans Light"/>
                <a:cs typeface="Open Sans Light"/>
                <a:sym typeface="Open Sans Light"/>
              </a:rPr>
              <a:t>Moving Average base on MCC category</a:t>
            </a:r>
            <a:endParaRPr b="0" sz="1700">
              <a:latin typeface="Open Sans Light"/>
              <a:ea typeface="Open Sans Light"/>
              <a:cs typeface="Open Sans Light"/>
              <a:sym typeface="Open Sans Light"/>
            </a:endParaRPr>
          </a:p>
          <a:p>
            <a:pPr indent="-336550" lvl="0" marL="457200" rtl="0" algn="l">
              <a:spcBef>
                <a:spcPts val="0"/>
              </a:spcBef>
              <a:spcAft>
                <a:spcPts val="0"/>
              </a:spcAft>
              <a:buSzPts val="1700"/>
              <a:buFont typeface="Open Sans Light"/>
              <a:buChar char="●"/>
            </a:pPr>
            <a:r>
              <a:rPr b="0" lang="en-US" sz="1700">
                <a:latin typeface="Open Sans Light"/>
                <a:ea typeface="Open Sans Light"/>
                <a:cs typeface="Open Sans Light"/>
                <a:sym typeface="Open Sans Light"/>
              </a:rPr>
              <a:t>Exponential Moving Average</a:t>
            </a:r>
            <a:endParaRPr b="0" sz="1700">
              <a:latin typeface="Open Sans Light"/>
              <a:ea typeface="Open Sans Light"/>
              <a:cs typeface="Open Sans Light"/>
              <a:sym typeface="Open Sans Light"/>
            </a:endParaRPr>
          </a:p>
          <a:p>
            <a:pPr indent="-336550" lvl="0" marL="457200" rtl="0" algn="l">
              <a:spcBef>
                <a:spcPts val="0"/>
              </a:spcBef>
              <a:spcAft>
                <a:spcPts val="0"/>
              </a:spcAft>
              <a:buSzPts val="1700"/>
              <a:buFont typeface="Open Sans Light"/>
              <a:buChar char="●"/>
            </a:pPr>
            <a:r>
              <a:rPr b="0" lang="en-US" sz="1700">
                <a:latin typeface="Open Sans Light"/>
                <a:ea typeface="Open Sans Light"/>
                <a:cs typeface="Open Sans Light"/>
                <a:sym typeface="Open Sans Light"/>
              </a:rPr>
              <a:t>Centralization</a:t>
            </a:r>
            <a:endParaRPr b="0" sz="1700">
              <a:latin typeface="Open Sans Light"/>
              <a:ea typeface="Open Sans Light"/>
              <a:cs typeface="Open Sans Light"/>
              <a:sym typeface="Open Sans Light"/>
            </a:endParaRPr>
          </a:p>
          <a:p>
            <a:pPr indent="-336550" lvl="0" marL="457200" rtl="0" algn="l">
              <a:spcBef>
                <a:spcPts val="0"/>
              </a:spcBef>
              <a:spcAft>
                <a:spcPts val="0"/>
              </a:spcAft>
              <a:buSzPts val="1700"/>
              <a:buFont typeface="Open Sans Light"/>
              <a:buChar char="●"/>
            </a:pPr>
            <a:r>
              <a:rPr b="0" lang="en-US" sz="1700">
                <a:latin typeface="Open Sans Light"/>
                <a:ea typeface="Open Sans Light"/>
                <a:cs typeface="Open Sans Light"/>
                <a:sym typeface="Open Sans Light"/>
              </a:rPr>
              <a:t>Standardization</a:t>
            </a:r>
            <a:endParaRPr sz="2100"/>
          </a:p>
        </p:txBody>
      </p:sp>
      <p:pic>
        <p:nvPicPr>
          <p:cNvPr id="448" name="Google Shape;448;p56" title="Screenshot 2568-03-14 at 00.10.29.png"/>
          <p:cNvPicPr preferRelativeResize="0"/>
          <p:nvPr/>
        </p:nvPicPr>
        <p:blipFill>
          <a:blip r:embed="rId3">
            <a:alphaModFix/>
          </a:blip>
          <a:stretch>
            <a:fillRect/>
          </a:stretch>
        </p:blipFill>
        <p:spPr>
          <a:xfrm>
            <a:off x="3017050" y="3262088"/>
            <a:ext cx="7077075" cy="26765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7"/>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454" name="Google Shape;454;p57"/>
          <p:cNvSpPr txBox="1"/>
          <p:nvPr>
            <p:ph idx="1" type="body"/>
          </p:nvPr>
        </p:nvSpPr>
        <p:spPr>
          <a:xfrm>
            <a:off x="2384125" y="780375"/>
            <a:ext cx="9898800" cy="646200"/>
          </a:xfrm>
          <a:prstGeom prst="rect">
            <a:avLst/>
          </a:prstGeom>
        </p:spPr>
        <p:txBody>
          <a:bodyPr anchorCtr="0" anchor="ctr" bIns="45700" lIns="45700" spcFirstLastPara="1" rIns="45700" wrap="square" tIns="45700">
            <a:normAutofit fontScale="70000"/>
          </a:bodyPr>
          <a:lstStyle/>
          <a:p>
            <a:pPr indent="0" lvl="0" marL="0" rtl="0" algn="l">
              <a:spcBef>
                <a:spcPts val="1000"/>
              </a:spcBef>
              <a:spcAft>
                <a:spcPts val="0"/>
              </a:spcAft>
              <a:buNone/>
            </a:pPr>
            <a:r>
              <a:rPr lang="en-US"/>
              <a:t>End-to-End Classification Without Grouping: A Scalable Approach</a:t>
            </a:r>
            <a:endParaRPr/>
          </a:p>
        </p:txBody>
      </p:sp>
      <p:sp>
        <p:nvSpPr>
          <p:cNvPr id="455" name="Google Shape;455;p57"/>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456" name="Google Shape;456;p57" title="Screenshot 2568-04-30 at 22.17.04.png"/>
          <p:cNvPicPr preferRelativeResize="0"/>
          <p:nvPr/>
        </p:nvPicPr>
        <p:blipFill>
          <a:blip r:embed="rId3">
            <a:alphaModFix/>
          </a:blip>
          <a:stretch>
            <a:fillRect/>
          </a:stretch>
        </p:blipFill>
        <p:spPr>
          <a:xfrm>
            <a:off x="2658625" y="1694200"/>
            <a:ext cx="8115551" cy="4525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8"/>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462" name="Google Shape;462;p58"/>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463" name="Google Shape;463;p58"/>
          <p:cNvSpPr txBox="1"/>
          <p:nvPr>
            <p:ph idx="1" type="body"/>
          </p:nvPr>
        </p:nvSpPr>
        <p:spPr>
          <a:xfrm>
            <a:off x="9670750" y="5503770"/>
            <a:ext cx="2171400" cy="368400"/>
          </a:xfrm>
          <a:prstGeom prst="rect">
            <a:avLst/>
          </a:prstGeom>
        </p:spPr>
        <p:txBody>
          <a:bodyPr anchorCtr="0" anchor="ctr" bIns="45700" lIns="45700" spcFirstLastPara="1" rIns="45700" wrap="square" tIns="45700">
            <a:normAutofit fontScale="40000"/>
          </a:bodyPr>
          <a:lstStyle/>
          <a:p>
            <a:pPr indent="0" lvl="0" marL="0" rtl="0" algn="l">
              <a:spcBef>
                <a:spcPts val="1000"/>
              </a:spcBef>
              <a:spcAft>
                <a:spcPts val="0"/>
              </a:spcAft>
              <a:buNone/>
            </a:pPr>
            <a:r>
              <a:rPr lang="en-US"/>
              <a:t>http://localhost:8501/</a:t>
            </a:r>
            <a:endParaRPr/>
          </a:p>
        </p:txBody>
      </p:sp>
      <p:sp>
        <p:nvSpPr>
          <p:cNvPr id="464" name="Google Shape;464;p58"/>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465" name="Google Shape;465;p58" title="Screenshot 2568-05-04 at 22.40.45.png"/>
          <p:cNvPicPr preferRelativeResize="0"/>
          <p:nvPr/>
        </p:nvPicPr>
        <p:blipFill>
          <a:blip r:embed="rId3">
            <a:alphaModFix/>
          </a:blip>
          <a:stretch>
            <a:fillRect/>
          </a:stretch>
        </p:blipFill>
        <p:spPr>
          <a:xfrm>
            <a:off x="4688800" y="0"/>
            <a:ext cx="4688801" cy="6774695"/>
          </a:xfrm>
          <a:prstGeom prst="rect">
            <a:avLst/>
          </a:prstGeom>
          <a:noFill/>
          <a:ln>
            <a:noFill/>
          </a:ln>
        </p:spPr>
      </p:pic>
      <p:pic>
        <p:nvPicPr>
          <p:cNvPr id="466" name="Google Shape;466;p58" title="Screenshot 2568-05-04 at 22.40.33.png"/>
          <p:cNvPicPr preferRelativeResize="0"/>
          <p:nvPr/>
        </p:nvPicPr>
        <p:blipFill>
          <a:blip r:embed="rId4">
            <a:alphaModFix/>
          </a:blip>
          <a:stretch>
            <a:fillRect/>
          </a:stretch>
        </p:blipFill>
        <p:spPr>
          <a:xfrm>
            <a:off x="0" y="41700"/>
            <a:ext cx="4688804" cy="6774601"/>
          </a:xfrm>
          <a:prstGeom prst="rect">
            <a:avLst/>
          </a:prstGeom>
          <a:noFill/>
          <a:ln>
            <a:noFill/>
          </a:ln>
        </p:spPr>
      </p:pic>
      <p:pic>
        <p:nvPicPr>
          <p:cNvPr id="467" name="Google Shape;467;p58" title="Screenshot 2568-05-04 at 18.52.07.png"/>
          <p:cNvPicPr preferRelativeResize="0"/>
          <p:nvPr/>
        </p:nvPicPr>
        <p:blipFill rotWithShape="1">
          <a:blip r:embed="rId5">
            <a:alphaModFix/>
          </a:blip>
          <a:srcRect b="42304" l="0" r="0" t="13470"/>
          <a:stretch/>
        </p:blipFill>
        <p:spPr>
          <a:xfrm>
            <a:off x="4688800" y="2038041"/>
            <a:ext cx="7102501" cy="3199311"/>
          </a:xfrm>
          <a:prstGeom prst="rect">
            <a:avLst/>
          </a:prstGeom>
          <a:noFill/>
          <a:ln cap="flat" cmpd="sng" w="76200">
            <a:solidFill>
              <a:schemeClr val="accent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9"/>
          <p:cNvSpPr txBox="1"/>
          <p:nvPr>
            <p:ph idx="12" type="sldNum"/>
          </p:nvPr>
        </p:nvSpPr>
        <p:spPr>
          <a:xfrm>
            <a:off x="2308225" y="6320927"/>
            <a:ext cx="350400" cy="338700"/>
          </a:xfrm>
          <a:prstGeom prst="rect">
            <a:avLst/>
          </a:prstGeom>
        </p:spPr>
        <p:txBody>
          <a:bodyPr anchorCtr="0" anchor="ctr" bIns="45700" lIns="45700" spcFirstLastPara="1" rIns="45700" wrap="square" tIns="45700">
            <a:spAutoFit/>
          </a:bodyPr>
          <a:lstStyle/>
          <a:p>
            <a:pPr indent="0" lvl="0" marL="0" rtl="0" algn="r">
              <a:spcBef>
                <a:spcPts val="0"/>
              </a:spcBef>
              <a:spcAft>
                <a:spcPts val="0"/>
              </a:spcAft>
              <a:buClr>
                <a:srgbClr val="828282"/>
              </a:buClr>
              <a:buSzPts val="1600"/>
              <a:buFont typeface="Open Sans"/>
              <a:buNone/>
            </a:pPr>
            <a:fld id="{00000000-1234-1234-1234-123412341234}" type="slidenum">
              <a:rPr lang="en-US"/>
              <a:t>‹#›</a:t>
            </a:fld>
            <a:endParaRPr/>
          </a:p>
        </p:txBody>
      </p:sp>
      <p:sp>
        <p:nvSpPr>
          <p:cNvPr id="473" name="Google Shape;473;p59"/>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474" name="Google Shape;474;p59"/>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475" name="Google Shape;475;p59"/>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476" name="Google Shape;476;p59" title="Screenshot 2568-05-04 at 22.41.03.png"/>
          <p:cNvPicPr preferRelativeResize="0"/>
          <p:nvPr/>
        </p:nvPicPr>
        <p:blipFill>
          <a:blip r:embed="rId3">
            <a:alphaModFix/>
          </a:blip>
          <a:stretch>
            <a:fillRect/>
          </a:stretch>
        </p:blipFill>
        <p:spPr>
          <a:xfrm>
            <a:off x="1381300" y="142075"/>
            <a:ext cx="4612326" cy="6664125"/>
          </a:xfrm>
          <a:prstGeom prst="rect">
            <a:avLst/>
          </a:prstGeom>
          <a:noFill/>
          <a:ln>
            <a:noFill/>
          </a:ln>
        </p:spPr>
      </p:pic>
      <p:pic>
        <p:nvPicPr>
          <p:cNvPr id="477" name="Google Shape;477;p59" title="Screenshot 2568-05-04 at 22.41.09.png"/>
          <p:cNvPicPr preferRelativeResize="0"/>
          <p:nvPr/>
        </p:nvPicPr>
        <p:blipFill>
          <a:blip r:embed="rId4">
            <a:alphaModFix/>
          </a:blip>
          <a:stretch>
            <a:fillRect/>
          </a:stretch>
        </p:blipFill>
        <p:spPr>
          <a:xfrm>
            <a:off x="6353425" y="96925"/>
            <a:ext cx="4612326" cy="666414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0"/>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483" name="Google Shape;483;p60"/>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484" name="Google Shape;484;p60"/>
          <p:cNvSpPr txBox="1"/>
          <p:nvPr>
            <p:ph idx="3" type="body"/>
          </p:nvPr>
        </p:nvSpPr>
        <p:spPr>
          <a:xfrm>
            <a:off x="9070375" y="4787100"/>
            <a:ext cx="1828500" cy="3387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rPr b="0" lang="en-US" sz="1200">
                <a:solidFill>
                  <a:srgbClr val="000000"/>
                </a:solidFill>
              </a:rPr>
              <a:t>http://localhost:8501/</a:t>
            </a:r>
            <a:endParaRPr/>
          </a:p>
        </p:txBody>
      </p:sp>
      <p:pic>
        <p:nvPicPr>
          <p:cNvPr id="485" name="Google Shape;485;p60" title="Screenshot 2568-05-04 at 22.44.43.png"/>
          <p:cNvPicPr preferRelativeResize="0"/>
          <p:nvPr/>
        </p:nvPicPr>
        <p:blipFill>
          <a:blip r:embed="rId3">
            <a:alphaModFix/>
          </a:blip>
          <a:stretch>
            <a:fillRect/>
          </a:stretch>
        </p:blipFill>
        <p:spPr>
          <a:xfrm>
            <a:off x="1232150" y="69775"/>
            <a:ext cx="7315035" cy="646025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1"/>
          <p:cNvSpPr/>
          <p:nvPr>
            <p:ph idx="2" type="chart"/>
          </p:nvPr>
        </p:nvSpPr>
        <p:spPr>
          <a:xfrm>
            <a:off x="2308225" y="2682875"/>
            <a:ext cx="7102500" cy="3189300"/>
          </a:xfrm>
          <a:prstGeom prst="rect">
            <a:avLst/>
          </a:prstGeom>
        </p:spPr>
        <p:txBody>
          <a:bodyPr anchorCtr="0" anchor="t" bIns="45700" lIns="45700" spcFirstLastPara="1" rIns="45700" wrap="square" tIns="45700">
            <a:noAutofit/>
          </a:bodyPr>
          <a:lstStyle/>
          <a:p>
            <a:pPr indent="0" lvl="0" marL="0" rtl="0" algn="l">
              <a:spcBef>
                <a:spcPts val="1000"/>
              </a:spcBef>
              <a:spcAft>
                <a:spcPts val="0"/>
              </a:spcAft>
              <a:buNone/>
            </a:pPr>
            <a:r>
              <a:t/>
            </a:r>
            <a:endParaRPr/>
          </a:p>
        </p:txBody>
      </p:sp>
      <p:sp>
        <p:nvSpPr>
          <p:cNvPr id="491" name="Google Shape;491;p61"/>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t/>
            </a:r>
            <a:endParaRPr/>
          </a:p>
        </p:txBody>
      </p:sp>
      <p:sp>
        <p:nvSpPr>
          <p:cNvPr id="492" name="Google Shape;492;p61"/>
          <p:cNvSpPr txBox="1"/>
          <p:nvPr>
            <p:ph idx="3" type="body"/>
          </p:nvPr>
        </p:nvSpPr>
        <p:spPr>
          <a:xfrm>
            <a:off x="2308225" y="2179638"/>
            <a:ext cx="6676500" cy="368400"/>
          </a:xfrm>
          <a:prstGeom prst="rect">
            <a:avLst/>
          </a:prstGeom>
        </p:spPr>
        <p:txBody>
          <a:bodyPr anchorCtr="0" anchor="t" bIns="45700" lIns="45700" spcFirstLastPara="1" rIns="45700" wrap="square" tIns="45700">
            <a:normAutofit/>
          </a:bodyPr>
          <a:lstStyle/>
          <a:p>
            <a:pPr indent="0" lvl="0" marL="0" rtl="0" algn="l">
              <a:spcBef>
                <a:spcPts val="0"/>
              </a:spcBef>
              <a:spcAft>
                <a:spcPts val="0"/>
              </a:spcAft>
              <a:buNone/>
            </a:pPr>
            <a:r>
              <a:t/>
            </a:r>
            <a:endParaRPr/>
          </a:p>
        </p:txBody>
      </p:sp>
      <p:pic>
        <p:nvPicPr>
          <p:cNvPr id="493" name="Google Shape;493;p61" title="Screenshot 2568-05-04 at 22.45.35.png"/>
          <p:cNvPicPr preferRelativeResize="0"/>
          <p:nvPr/>
        </p:nvPicPr>
        <p:blipFill>
          <a:blip r:embed="rId3">
            <a:alphaModFix/>
          </a:blip>
          <a:stretch>
            <a:fillRect/>
          </a:stretch>
        </p:blipFill>
        <p:spPr>
          <a:xfrm>
            <a:off x="1322400" y="229275"/>
            <a:ext cx="3511776" cy="859045"/>
          </a:xfrm>
          <a:prstGeom prst="rect">
            <a:avLst/>
          </a:prstGeom>
          <a:noFill/>
          <a:ln>
            <a:noFill/>
          </a:ln>
        </p:spPr>
      </p:pic>
      <p:pic>
        <p:nvPicPr>
          <p:cNvPr id="494" name="Google Shape;494;p61" title="Screenshot 2568-05-04 at 22.45.48.png"/>
          <p:cNvPicPr preferRelativeResize="0"/>
          <p:nvPr/>
        </p:nvPicPr>
        <p:blipFill>
          <a:blip r:embed="rId4">
            <a:alphaModFix/>
          </a:blip>
          <a:stretch>
            <a:fillRect/>
          </a:stretch>
        </p:blipFill>
        <p:spPr>
          <a:xfrm>
            <a:off x="1282525" y="1158413"/>
            <a:ext cx="3511773" cy="5092426"/>
          </a:xfrm>
          <a:prstGeom prst="rect">
            <a:avLst/>
          </a:prstGeom>
          <a:noFill/>
          <a:ln>
            <a:noFill/>
          </a:ln>
        </p:spPr>
      </p:pic>
      <p:pic>
        <p:nvPicPr>
          <p:cNvPr id="495" name="Google Shape;495;p61" title="Screenshot 2568-05-04 at 22.45.54.png"/>
          <p:cNvPicPr preferRelativeResize="0"/>
          <p:nvPr/>
        </p:nvPicPr>
        <p:blipFill>
          <a:blip r:embed="rId5">
            <a:alphaModFix/>
          </a:blip>
          <a:stretch>
            <a:fillRect/>
          </a:stretch>
        </p:blipFill>
        <p:spPr>
          <a:xfrm>
            <a:off x="5920100" y="229276"/>
            <a:ext cx="4526149" cy="65633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2"/>
          <p:cNvSpPr/>
          <p:nvPr>
            <p:ph idx="2" type="chart"/>
          </p:nvPr>
        </p:nvSpPr>
        <p:spPr>
          <a:xfrm>
            <a:off x="2307700" y="1719850"/>
            <a:ext cx="9647100" cy="4433400"/>
          </a:xfrm>
          <a:prstGeom prst="rect">
            <a:avLst/>
          </a:prstGeom>
        </p:spPr>
        <p:txBody>
          <a:bodyPr anchorCtr="0" anchor="t" bIns="45700" lIns="45700" spcFirstLastPara="1" rIns="45700" wrap="square" tIns="45700">
            <a:noAutofit/>
          </a:bodyPr>
          <a:lstStyle/>
          <a:p>
            <a:pPr indent="-330200" lvl="0" marL="457200" rtl="0" algn="l">
              <a:lnSpc>
                <a:spcPct val="100000"/>
              </a:lnSpc>
              <a:spcBef>
                <a:spcPts val="1000"/>
              </a:spcBef>
              <a:spcAft>
                <a:spcPts val="0"/>
              </a:spcAft>
              <a:buClr>
                <a:srgbClr val="5D5D5D"/>
              </a:buClr>
              <a:buSzPts val="1600"/>
              <a:buChar char="●"/>
            </a:pPr>
            <a:r>
              <a:rPr lang="en-US" sz="1600">
                <a:solidFill>
                  <a:srgbClr val="5D5D5D"/>
                </a:solidFill>
              </a:rPr>
              <a:t>Hybrid Anomaly Detection is Effective</a:t>
            </a:r>
            <a:endParaRPr sz="1600">
              <a:solidFill>
                <a:srgbClr val="5D5D5D"/>
              </a:solidFill>
            </a:endParaRPr>
          </a:p>
          <a:p>
            <a:pPr indent="0" lvl="0" marL="457200" rtl="0" algn="l">
              <a:lnSpc>
                <a:spcPct val="100000"/>
              </a:lnSpc>
              <a:spcBef>
                <a:spcPts val="1000"/>
              </a:spcBef>
              <a:spcAft>
                <a:spcPts val="0"/>
              </a:spcAft>
              <a:buNone/>
            </a:pPr>
            <a:r>
              <a:rPr lang="en-US" sz="1600">
                <a:solidFill>
                  <a:srgbClr val="5D5D5D"/>
                </a:solidFill>
              </a:rPr>
              <a:t>Combining unsupervised clustering, isolation methods, and rule-based heuristics improves recall without heavily sacrificing precision.</a:t>
            </a:r>
            <a:endParaRPr sz="1600">
              <a:solidFill>
                <a:srgbClr val="5D5D5D"/>
              </a:solidFill>
            </a:endParaRPr>
          </a:p>
          <a:p>
            <a:pPr indent="-330200" lvl="0" marL="457200" rtl="0" algn="l">
              <a:lnSpc>
                <a:spcPct val="100000"/>
              </a:lnSpc>
              <a:spcBef>
                <a:spcPts val="1000"/>
              </a:spcBef>
              <a:spcAft>
                <a:spcPts val="0"/>
              </a:spcAft>
              <a:buClr>
                <a:srgbClr val="5D5D5D"/>
              </a:buClr>
              <a:buSzPts val="1600"/>
              <a:buChar char="●"/>
            </a:pPr>
            <a:r>
              <a:rPr lang="en-US" sz="1600">
                <a:solidFill>
                  <a:srgbClr val="5D5D5D"/>
                </a:solidFill>
              </a:rPr>
              <a:t>Model Explainability Matters</a:t>
            </a:r>
            <a:endParaRPr sz="1600">
              <a:solidFill>
                <a:srgbClr val="5D5D5D"/>
              </a:solidFill>
            </a:endParaRPr>
          </a:p>
          <a:p>
            <a:pPr indent="0" lvl="0" marL="457200" rtl="0" algn="l">
              <a:lnSpc>
                <a:spcPct val="100000"/>
              </a:lnSpc>
              <a:spcBef>
                <a:spcPts val="1000"/>
              </a:spcBef>
              <a:spcAft>
                <a:spcPts val="0"/>
              </a:spcAft>
              <a:buNone/>
            </a:pPr>
            <a:r>
              <a:rPr lang="en-US" sz="1600">
                <a:solidFill>
                  <a:srgbClr val="5D5D5D"/>
                </a:solidFill>
              </a:rPr>
              <a:t>SHAP values and real-time sentiment analysis made results more transparent, increasing user trust.</a:t>
            </a:r>
            <a:endParaRPr sz="1600">
              <a:solidFill>
                <a:srgbClr val="5D5D5D"/>
              </a:solidFill>
            </a:endParaRPr>
          </a:p>
          <a:p>
            <a:pPr indent="-330200" lvl="0" marL="457200" rtl="0" algn="l">
              <a:lnSpc>
                <a:spcPct val="100000"/>
              </a:lnSpc>
              <a:spcBef>
                <a:spcPts val="1000"/>
              </a:spcBef>
              <a:spcAft>
                <a:spcPts val="0"/>
              </a:spcAft>
              <a:buClr>
                <a:srgbClr val="5D5D5D"/>
              </a:buClr>
              <a:buSzPts val="1600"/>
              <a:buChar char="●"/>
            </a:pPr>
            <a:r>
              <a:rPr lang="en-US" sz="1600">
                <a:solidFill>
                  <a:srgbClr val="5D5D5D"/>
                </a:solidFill>
              </a:rPr>
              <a:t>Streamlit Enables Fast Iteration</a:t>
            </a:r>
            <a:endParaRPr sz="1600">
              <a:solidFill>
                <a:srgbClr val="5D5D5D"/>
              </a:solidFill>
            </a:endParaRPr>
          </a:p>
          <a:p>
            <a:pPr indent="0" lvl="0" marL="457200" rtl="0" algn="l">
              <a:lnSpc>
                <a:spcPct val="100000"/>
              </a:lnSpc>
              <a:spcBef>
                <a:spcPts val="1000"/>
              </a:spcBef>
              <a:spcAft>
                <a:spcPts val="0"/>
              </a:spcAft>
              <a:buNone/>
            </a:pPr>
            <a:r>
              <a:rPr lang="en-US" sz="1600"/>
              <a:t>Easily test hypotheses, explore data, interpret predictions, and stay compliant.</a:t>
            </a:r>
            <a:endParaRPr sz="1600">
              <a:solidFill>
                <a:srgbClr val="5D5D5D"/>
              </a:solidFill>
            </a:endParaRPr>
          </a:p>
          <a:p>
            <a:pPr indent="-228600" lvl="0" marL="457200" rtl="0" algn="l">
              <a:lnSpc>
                <a:spcPct val="100000"/>
              </a:lnSpc>
              <a:spcBef>
                <a:spcPts val="1000"/>
              </a:spcBef>
              <a:spcAft>
                <a:spcPts val="0"/>
              </a:spcAft>
              <a:buNone/>
            </a:pPr>
            <a:r>
              <a:rPr lang="en-US" sz="1600">
                <a:solidFill>
                  <a:srgbClr val="5D5D5D"/>
                </a:solidFill>
              </a:rPr>
              <a:t>Next Steps</a:t>
            </a:r>
            <a:endParaRPr sz="1600">
              <a:solidFill>
                <a:srgbClr val="5D5D5D"/>
              </a:solidFill>
            </a:endParaRPr>
          </a:p>
          <a:p>
            <a:pPr indent="-330200" lvl="0" marL="457200" rtl="0" algn="l">
              <a:lnSpc>
                <a:spcPct val="100000"/>
              </a:lnSpc>
              <a:spcBef>
                <a:spcPts val="1000"/>
              </a:spcBef>
              <a:spcAft>
                <a:spcPts val="0"/>
              </a:spcAft>
              <a:buClr>
                <a:srgbClr val="5D5D5D"/>
              </a:buClr>
              <a:buSzPts val="1600"/>
              <a:buFont typeface="Open Sans Light"/>
              <a:buChar char="●"/>
            </a:pPr>
            <a:r>
              <a:rPr lang="en-US" sz="1600"/>
              <a:t>Adding sequential models like LSTMs, Autoencoders, Contrastive Learning to capture behavioral patterns.</a:t>
            </a:r>
            <a:endParaRPr sz="1600"/>
          </a:p>
          <a:p>
            <a:pPr indent="-330200" lvl="0" marL="457200" rtl="0" algn="l">
              <a:lnSpc>
                <a:spcPct val="100000"/>
              </a:lnSpc>
              <a:spcBef>
                <a:spcPts val="1000"/>
              </a:spcBef>
              <a:spcAft>
                <a:spcPts val="0"/>
              </a:spcAft>
              <a:buClr>
                <a:srgbClr val="000000"/>
              </a:buClr>
              <a:buSzPts val="1600"/>
              <a:buChar char="●"/>
            </a:pPr>
            <a:r>
              <a:rPr lang="en-US" sz="1600"/>
              <a:t>Incorporating LLMs to understand nuanced language, capturing context and detecting intent</a:t>
            </a:r>
            <a:endParaRPr sz="1600"/>
          </a:p>
          <a:p>
            <a:pPr indent="-330200" lvl="0" marL="457200" rtl="0" algn="l">
              <a:lnSpc>
                <a:spcPct val="100000"/>
              </a:lnSpc>
              <a:spcBef>
                <a:spcPts val="1000"/>
              </a:spcBef>
              <a:spcAft>
                <a:spcPts val="0"/>
              </a:spcAft>
              <a:buClr>
                <a:srgbClr val="5D5D5D"/>
              </a:buClr>
              <a:buSzPts val="1600"/>
              <a:buFont typeface="Open Sans Light"/>
              <a:buChar char="●"/>
            </a:pPr>
            <a:r>
              <a:rPr lang="en-US" sz="1600"/>
              <a:t>Improving segmentation with richer, less anonymized data.</a:t>
            </a:r>
            <a:endParaRPr sz="1600">
              <a:solidFill>
                <a:srgbClr val="5D5D5D"/>
              </a:solidFill>
            </a:endParaRPr>
          </a:p>
          <a:p>
            <a:pPr indent="-330200" lvl="0" marL="457200" rtl="0" algn="l">
              <a:lnSpc>
                <a:spcPct val="100000"/>
              </a:lnSpc>
              <a:spcBef>
                <a:spcPts val="1000"/>
              </a:spcBef>
              <a:spcAft>
                <a:spcPts val="0"/>
              </a:spcAft>
              <a:buClr>
                <a:srgbClr val="5D5D5D"/>
              </a:buClr>
              <a:buSzPts val="1600"/>
              <a:buFont typeface="Open Sans Light"/>
              <a:buChar char="●"/>
            </a:pPr>
            <a:r>
              <a:rPr lang="en-US" sz="1600">
                <a:solidFill>
                  <a:srgbClr val="5D5D5D"/>
                </a:solidFill>
              </a:rPr>
              <a:t>Expand heuristics using NLP-based intent detection.</a:t>
            </a:r>
            <a:endParaRPr sz="1600">
              <a:solidFill>
                <a:srgbClr val="5D5D5D"/>
              </a:solidFill>
            </a:endParaRPr>
          </a:p>
        </p:txBody>
      </p:sp>
      <p:sp>
        <p:nvSpPr>
          <p:cNvPr id="501" name="Google Shape;501;p62"/>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fontScale="70000"/>
          </a:bodyPr>
          <a:lstStyle/>
          <a:p>
            <a:pPr indent="0" lvl="0" marL="0" rtl="0" algn="l">
              <a:spcBef>
                <a:spcPts val="1000"/>
              </a:spcBef>
              <a:spcAft>
                <a:spcPts val="0"/>
              </a:spcAft>
              <a:buNone/>
            </a:pPr>
            <a:r>
              <a:rPr lang="en-US"/>
              <a:t>Key Takeaways and Future Directions</a:t>
            </a:r>
            <a:r>
              <a:rPr lang="en-US"/>
              <a:t>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3"/>
          <p:cNvSpPr txBox="1"/>
          <p:nvPr>
            <p:ph idx="1" type="body"/>
          </p:nvPr>
        </p:nvSpPr>
        <p:spPr>
          <a:xfrm>
            <a:off x="6783125" y="879213"/>
            <a:ext cx="5883300" cy="646200"/>
          </a:xfrm>
          <a:prstGeom prst="rect">
            <a:avLst/>
          </a:prstGeom>
        </p:spPr>
        <p:txBody>
          <a:bodyPr anchorCtr="0" anchor="ctr" bIns="45700" lIns="45700" spcFirstLastPara="1" rIns="45700" wrap="square" tIns="45700">
            <a:normAutofit/>
          </a:bodyPr>
          <a:lstStyle/>
          <a:p>
            <a:pPr indent="0" lvl="0" marL="457200" rtl="0" algn="l">
              <a:spcBef>
                <a:spcPts val="1000"/>
              </a:spcBef>
              <a:spcAft>
                <a:spcPts val="0"/>
              </a:spcAft>
              <a:buNone/>
            </a:pPr>
            <a:r>
              <a:rPr lang="en-US"/>
              <a:t>              Thank you! </a:t>
            </a:r>
            <a:endParaRPr/>
          </a:p>
        </p:txBody>
      </p:sp>
      <p:pic>
        <p:nvPicPr>
          <p:cNvPr id="507" name="Google Shape;507;p63"/>
          <p:cNvPicPr preferRelativeResize="0"/>
          <p:nvPr/>
        </p:nvPicPr>
        <p:blipFill>
          <a:blip r:embed="rId3">
            <a:alphaModFix/>
          </a:blip>
          <a:stretch>
            <a:fillRect/>
          </a:stretch>
        </p:blipFill>
        <p:spPr>
          <a:xfrm>
            <a:off x="1442334" y="4739500"/>
            <a:ext cx="2040266" cy="1147649"/>
          </a:xfrm>
          <a:prstGeom prst="rect">
            <a:avLst/>
          </a:prstGeom>
          <a:noFill/>
          <a:ln>
            <a:noFill/>
          </a:ln>
        </p:spPr>
      </p:pic>
      <p:sp>
        <p:nvSpPr>
          <p:cNvPr id="508" name="Google Shape;508;p63"/>
          <p:cNvSpPr/>
          <p:nvPr/>
        </p:nvSpPr>
        <p:spPr>
          <a:xfrm>
            <a:off x="8531025" y="6152850"/>
            <a:ext cx="3470400" cy="525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7F7F7F"/>
              </a:solidFill>
              <a:latin typeface="Open Sans Light"/>
              <a:ea typeface="Open Sans Light"/>
              <a:cs typeface="Open Sans Light"/>
              <a:sym typeface="Open Sans Light"/>
            </a:endParaRPr>
          </a:p>
        </p:txBody>
      </p:sp>
      <p:pic>
        <p:nvPicPr>
          <p:cNvPr id="509" name="Google Shape;509;p63"/>
          <p:cNvPicPr preferRelativeResize="0"/>
          <p:nvPr/>
        </p:nvPicPr>
        <p:blipFill>
          <a:blip r:embed="rId4">
            <a:alphaModFix/>
          </a:blip>
          <a:stretch>
            <a:fillRect/>
          </a:stretch>
        </p:blipFill>
        <p:spPr>
          <a:xfrm>
            <a:off x="1442325" y="5887150"/>
            <a:ext cx="4544599" cy="8837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4"/>
          <p:cNvSpPr txBox="1"/>
          <p:nvPr>
            <p:ph idx="1" type="body"/>
          </p:nvPr>
        </p:nvSpPr>
        <p:spPr>
          <a:xfrm>
            <a:off x="2384125" y="780363"/>
            <a:ext cx="5883300" cy="646200"/>
          </a:xfrm>
          <a:prstGeom prst="rect">
            <a:avLst/>
          </a:prstGeom>
        </p:spPr>
        <p:txBody>
          <a:bodyPr anchorCtr="0" anchor="ctr" bIns="45700" lIns="45700" spcFirstLastPara="1" rIns="45700" wrap="square" tIns="45700">
            <a:normAutofit/>
          </a:bodyPr>
          <a:lstStyle/>
          <a:p>
            <a:pPr indent="0" lvl="0" marL="0" rtl="0" algn="l">
              <a:spcBef>
                <a:spcPts val="1000"/>
              </a:spcBef>
              <a:spcAft>
                <a:spcPts val="0"/>
              </a:spcAft>
              <a:buNone/>
            </a:pPr>
            <a:r>
              <a:rPr lang="en-US"/>
              <a:t>Streamlit Dashboard</a:t>
            </a:r>
            <a:endParaRPr/>
          </a:p>
        </p:txBody>
      </p:sp>
      <p:sp>
        <p:nvSpPr>
          <p:cNvPr id="515" name="Google Shape;515;p64"/>
          <p:cNvSpPr txBox="1"/>
          <p:nvPr>
            <p:ph idx="3" type="body"/>
          </p:nvPr>
        </p:nvSpPr>
        <p:spPr>
          <a:xfrm>
            <a:off x="2160475" y="1195375"/>
            <a:ext cx="9750300" cy="4197900"/>
          </a:xfrm>
          <a:prstGeom prst="rect">
            <a:avLst/>
          </a:prstGeom>
        </p:spPr>
        <p:txBody>
          <a:bodyPr anchorCtr="0" anchor="t" bIns="45700" lIns="45700" spcFirstLastPara="1" rIns="45700" wrap="square" tIns="45700">
            <a:noAutofit/>
          </a:bodyPr>
          <a:lstStyle/>
          <a:p>
            <a:pPr indent="0" lvl="0" marL="0" rtl="0" algn="l">
              <a:spcBef>
                <a:spcPts val="0"/>
              </a:spcBef>
              <a:spcAft>
                <a:spcPts val="0"/>
              </a:spcAft>
              <a:buNone/>
            </a:pPr>
            <a:r>
              <a:t/>
            </a:r>
            <a:endParaRPr b="0" sz="2400">
              <a:solidFill>
                <a:srgbClr val="5D5D5D"/>
              </a:solidFill>
              <a:latin typeface="Open Sans Light"/>
              <a:ea typeface="Open Sans Light"/>
              <a:cs typeface="Open Sans Light"/>
              <a:sym typeface="Open Sans Light"/>
            </a:endParaRPr>
          </a:p>
          <a:p>
            <a:pPr indent="-330200" lvl="0" marL="457200" rtl="0" algn="l">
              <a:spcBef>
                <a:spcPts val="0"/>
              </a:spcBef>
              <a:spcAft>
                <a:spcPts val="0"/>
              </a:spcAft>
              <a:buClr>
                <a:srgbClr val="5D5D5D"/>
              </a:buClr>
              <a:buSzPts val="1600"/>
              <a:buFont typeface="Arial"/>
              <a:buChar char="●"/>
            </a:pPr>
            <a:r>
              <a:rPr b="0" lang="en-US" sz="1600">
                <a:solidFill>
                  <a:srgbClr val="5D5D5D"/>
                </a:solidFill>
                <a:latin typeface="Open Sans Light"/>
                <a:ea typeface="Open Sans Light"/>
                <a:cs typeface="Open Sans Light"/>
                <a:sym typeface="Open Sans Light"/>
              </a:rPr>
              <a:t>Seamless Integration of Machine Learning:</a:t>
            </a:r>
            <a:br>
              <a:rPr b="0" lang="en-US" sz="1600">
                <a:solidFill>
                  <a:srgbClr val="5D5D5D"/>
                </a:solidFill>
                <a:latin typeface="Open Sans Light"/>
                <a:ea typeface="Open Sans Light"/>
                <a:cs typeface="Open Sans Light"/>
                <a:sym typeface="Open Sans Light"/>
              </a:rPr>
            </a:br>
            <a:r>
              <a:rPr b="0" lang="en-US" sz="1600">
                <a:solidFill>
                  <a:srgbClr val="5D5D5D"/>
                </a:solidFill>
                <a:latin typeface="Open Sans Light"/>
                <a:ea typeface="Open Sans Light"/>
                <a:cs typeface="Open Sans Light"/>
                <a:sym typeface="Open Sans Light"/>
              </a:rPr>
              <a:t> Multiple unsupervised models (HDBSCAN, KMeans, Isolation Forest) and heuristics combined into a live anomaly detection system.</a:t>
            </a:r>
            <a:br>
              <a:rPr b="0" lang="en-US" sz="1600">
                <a:solidFill>
                  <a:srgbClr val="5D5D5D"/>
                </a:solidFill>
                <a:latin typeface="Open Sans Light"/>
                <a:ea typeface="Open Sans Light"/>
                <a:cs typeface="Open Sans Light"/>
                <a:sym typeface="Open Sans Light"/>
              </a:rPr>
            </a:br>
            <a:endParaRPr b="0" sz="1600">
              <a:solidFill>
                <a:srgbClr val="5D5D5D"/>
              </a:solidFill>
              <a:latin typeface="Open Sans Light"/>
              <a:ea typeface="Open Sans Light"/>
              <a:cs typeface="Open Sans Light"/>
              <a:sym typeface="Open Sans Light"/>
            </a:endParaRPr>
          </a:p>
          <a:p>
            <a:pPr indent="-330200" lvl="0" marL="457200" rtl="0" algn="l">
              <a:spcBef>
                <a:spcPts val="0"/>
              </a:spcBef>
              <a:spcAft>
                <a:spcPts val="0"/>
              </a:spcAft>
              <a:buClr>
                <a:srgbClr val="5D5D5D"/>
              </a:buClr>
              <a:buSzPts val="1600"/>
              <a:buFont typeface="Arial"/>
              <a:buChar char="●"/>
            </a:pPr>
            <a:r>
              <a:rPr b="0" lang="en-US" sz="1600">
                <a:solidFill>
                  <a:srgbClr val="5D5D5D"/>
                </a:solidFill>
                <a:latin typeface="Open Sans Light"/>
                <a:ea typeface="Open Sans Light"/>
                <a:cs typeface="Open Sans Light"/>
                <a:sym typeface="Open Sans Light"/>
              </a:rPr>
              <a:t>Real-Time Scoring and Visualization:</a:t>
            </a:r>
            <a:br>
              <a:rPr b="0" lang="en-US" sz="1600">
                <a:solidFill>
                  <a:srgbClr val="5D5D5D"/>
                </a:solidFill>
                <a:latin typeface="Open Sans Light"/>
                <a:ea typeface="Open Sans Light"/>
                <a:cs typeface="Open Sans Light"/>
                <a:sym typeface="Open Sans Light"/>
              </a:rPr>
            </a:br>
            <a:r>
              <a:rPr b="0" lang="en-US" sz="1600">
                <a:solidFill>
                  <a:srgbClr val="5D5D5D"/>
                </a:solidFill>
                <a:latin typeface="Open Sans Light"/>
                <a:ea typeface="Open Sans Light"/>
                <a:cs typeface="Open Sans Light"/>
                <a:sym typeface="Open Sans Light"/>
              </a:rPr>
              <a:t> User inputs are encoded, scored across models, and verdicts are dynamically weighted and visualized immediately.</a:t>
            </a:r>
            <a:br>
              <a:rPr b="0" lang="en-US" sz="1600">
                <a:solidFill>
                  <a:srgbClr val="5D5D5D"/>
                </a:solidFill>
                <a:latin typeface="Open Sans Light"/>
                <a:ea typeface="Open Sans Light"/>
                <a:cs typeface="Open Sans Light"/>
                <a:sym typeface="Open Sans Light"/>
              </a:rPr>
            </a:br>
            <a:endParaRPr b="0" sz="1600">
              <a:solidFill>
                <a:srgbClr val="5D5D5D"/>
              </a:solidFill>
              <a:latin typeface="Open Sans Light"/>
              <a:ea typeface="Open Sans Light"/>
              <a:cs typeface="Open Sans Light"/>
              <a:sym typeface="Open Sans Light"/>
            </a:endParaRPr>
          </a:p>
          <a:p>
            <a:pPr indent="-330200" lvl="0" marL="457200" rtl="0" algn="l">
              <a:spcBef>
                <a:spcPts val="0"/>
              </a:spcBef>
              <a:spcAft>
                <a:spcPts val="0"/>
              </a:spcAft>
              <a:buClr>
                <a:srgbClr val="5D5D5D"/>
              </a:buClr>
              <a:buSzPts val="1600"/>
              <a:buFont typeface="Arial"/>
              <a:buChar char="●"/>
            </a:pPr>
            <a:r>
              <a:rPr b="0" lang="en-US" sz="1600">
                <a:solidFill>
                  <a:srgbClr val="5D5D5D"/>
                </a:solidFill>
                <a:latin typeface="Open Sans Light"/>
                <a:ea typeface="Open Sans Light"/>
                <a:cs typeface="Open Sans Light"/>
                <a:sym typeface="Open Sans Light"/>
              </a:rPr>
              <a:t>Efficient Data Handling:</a:t>
            </a:r>
            <a:br>
              <a:rPr b="0" lang="en-US" sz="1600">
                <a:solidFill>
                  <a:srgbClr val="5D5D5D"/>
                </a:solidFill>
                <a:latin typeface="Open Sans Light"/>
                <a:ea typeface="Open Sans Light"/>
                <a:cs typeface="Open Sans Light"/>
                <a:sym typeface="Open Sans Light"/>
              </a:rPr>
            </a:br>
            <a:r>
              <a:rPr b="0" lang="en-US" sz="1600">
                <a:solidFill>
                  <a:srgbClr val="5D5D5D"/>
                </a:solidFill>
                <a:latin typeface="Open Sans Light"/>
                <a:ea typeface="Open Sans Light"/>
                <a:cs typeface="Open Sans Light"/>
                <a:sym typeface="Open Sans Light"/>
              </a:rPr>
              <a:t> Sentence embeddings, clustering, model predictions are cached to optimize response time and minimize memory usage.</a:t>
            </a:r>
            <a:br>
              <a:rPr b="0" lang="en-US" sz="1600">
                <a:solidFill>
                  <a:srgbClr val="5D5D5D"/>
                </a:solidFill>
                <a:latin typeface="Open Sans Light"/>
                <a:ea typeface="Open Sans Light"/>
                <a:cs typeface="Open Sans Light"/>
                <a:sym typeface="Open Sans Light"/>
              </a:rPr>
            </a:br>
            <a:endParaRPr b="0" sz="1600">
              <a:solidFill>
                <a:srgbClr val="5D5D5D"/>
              </a:solidFill>
              <a:latin typeface="Open Sans Light"/>
              <a:ea typeface="Open Sans Light"/>
              <a:cs typeface="Open Sans Light"/>
              <a:sym typeface="Open Sans Light"/>
            </a:endParaRPr>
          </a:p>
          <a:p>
            <a:pPr indent="-330200" lvl="0" marL="457200" rtl="0" algn="l">
              <a:spcBef>
                <a:spcPts val="0"/>
              </a:spcBef>
              <a:spcAft>
                <a:spcPts val="0"/>
              </a:spcAft>
              <a:buClr>
                <a:srgbClr val="5D5D5D"/>
              </a:buClr>
              <a:buSzPts val="1600"/>
              <a:buFont typeface="Arial"/>
              <a:buChar char="●"/>
            </a:pPr>
            <a:r>
              <a:rPr b="0" lang="en-US" sz="1600">
                <a:solidFill>
                  <a:srgbClr val="5D5D5D"/>
                </a:solidFill>
                <a:latin typeface="Open Sans Light"/>
                <a:ea typeface="Open Sans Light"/>
                <a:cs typeface="Open Sans Light"/>
                <a:sym typeface="Open Sans Light"/>
              </a:rPr>
              <a:t>Explainable ML Outputs:</a:t>
            </a:r>
            <a:br>
              <a:rPr b="0" lang="en-US" sz="1600">
                <a:solidFill>
                  <a:srgbClr val="5D5D5D"/>
                </a:solidFill>
                <a:latin typeface="Open Sans Light"/>
                <a:ea typeface="Open Sans Light"/>
                <a:cs typeface="Open Sans Light"/>
                <a:sym typeface="Open Sans Light"/>
              </a:rPr>
            </a:br>
            <a:r>
              <a:rPr b="0" lang="en-US" sz="1600">
                <a:solidFill>
                  <a:srgbClr val="5D5D5D"/>
                </a:solidFill>
                <a:latin typeface="Open Sans Light"/>
                <a:ea typeface="Open Sans Light"/>
                <a:cs typeface="Open Sans Light"/>
                <a:sym typeface="Open Sans Light"/>
              </a:rPr>
              <a:t> SHAP explanations for Time Series fraud predictions and Sentiment breakdown for customer text complaints, enhancing trust and model transparency.</a:t>
            </a:r>
            <a:br>
              <a:rPr b="0" lang="en-US" sz="1600">
                <a:solidFill>
                  <a:srgbClr val="5D5D5D"/>
                </a:solidFill>
                <a:latin typeface="Open Sans Light"/>
                <a:ea typeface="Open Sans Light"/>
                <a:cs typeface="Open Sans Light"/>
                <a:sym typeface="Open Sans Light"/>
              </a:rPr>
            </a:br>
            <a:endParaRPr b="0" sz="1600">
              <a:solidFill>
                <a:srgbClr val="5D5D5D"/>
              </a:solidFill>
              <a:latin typeface="Open Sans Light"/>
              <a:ea typeface="Open Sans Light"/>
              <a:cs typeface="Open Sans Light"/>
              <a:sym typeface="Open Sans Light"/>
            </a:endParaRPr>
          </a:p>
          <a:p>
            <a:pPr indent="-330200" lvl="0" marL="457200" rtl="0" algn="l">
              <a:spcBef>
                <a:spcPts val="0"/>
              </a:spcBef>
              <a:spcAft>
                <a:spcPts val="0"/>
              </a:spcAft>
              <a:buClr>
                <a:srgbClr val="5D5D5D"/>
              </a:buClr>
              <a:buSzPts val="1600"/>
              <a:buFont typeface="Arial"/>
              <a:buChar char="●"/>
            </a:pPr>
            <a:r>
              <a:rPr b="0" lang="en-US" sz="1600">
                <a:solidFill>
                  <a:srgbClr val="5D5D5D"/>
                </a:solidFill>
                <a:latin typeface="Open Sans Light"/>
                <a:ea typeface="Open Sans Light"/>
                <a:cs typeface="Open Sans Light"/>
                <a:sym typeface="Open Sans Light"/>
              </a:rPr>
              <a:t>Extensible Framework:</a:t>
            </a:r>
            <a:br>
              <a:rPr b="0" lang="en-US" sz="1600">
                <a:solidFill>
                  <a:srgbClr val="5D5D5D"/>
                </a:solidFill>
                <a:latin typeface="Open Sans Light"/>
                <a:ea typeface="Open Sans Light"/>
                <a:cs typeface="Open Sans Light"/>
                <a:sym typeface="Open Sans Light"/>
              </a:rPr>
            </a:br>
            <a:r>
              <a:rPr b="0" lang="en-US" sz="1600">
                <a:solidFill>
                  <a:srgbClr val="5D5D5D"/>
                </a:solidFill>
                <a:latin typeface="Open Sans Light"/>
                <a:ea typeface="Open Sans Light"/>
                <a:cs typeface="Open Sans Light"/>
                <a:sym typeface="Open Sans Light"/>
              </a:rPr>
              <a:t> New models (e.g., fine-tuned classifiers, additional heuristics) can be added into the ensemble with minimal changes.</a:t>
            </a:r>
            <a:endParaRPr b="0" sz="1600">
              <a:solidFill>
                <a:srgbClr val="5D5D5D"/>
              </a:solidFill>
              <a:latin typeface="Open Sans Light"/>
              <a:ea typeface="Open Sans Light"/>
              <a:cs typeface="Open Sans Light"/>
              <a:sym typeface="Open Sans Light"/>
            </a:endParaRPr>
          </a:p>
          <a:p>
            <a:pPr indent="0" lvl="0" marL="0" rtl="0" algn="l">
              <a:spcBef>
                <a:spcPts val="0"/>
              </a:spcBef>
              <a:spcAft>
                <a:spcPts val="0"/>
              </a:spcAft>
              <a:buNone/>
            </a:pPr>
            <a:r>
              <a:t/>
            </a:r>
            <a:endParaRPr sz="2200">
              <a:solidFill>
                <a:srgbClr val="5D5D5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MU">
      <a:dk1>
        <a:srgbClr val="404040"/>
      </a:dk1>
      <a:lt1>
        <a:srgbClr val="FFFFFF"/>
      </a:lt1>
      <a:dk2>
        <a:srgbClr val="898989"/>
      </a:dk2>
      <a:lt2>
        <a:srgbClr val="BABABA"/>
      </a:lt2>
      <a:accent1>
        <a:srgbClr val="BB0000"/>
      </a:accent1>
      <a:accent2>
        <a:srgbClr val="404040"/>
      </a:accent2>
      <a:accent3>
        <a:srgbClr val="BABABA"/>
      </a:accent3>
      <a:accent4>
        <a:srgbClr val="00337F"/>
      </a:accent4>
      <a:accent5>
        <a:srgbClr val="AA6600"/>
      </a:accent5>
      <a:accent6>
        <a:srgbClr val="006677"/>
      </a:accent6>
      <a:hlink>
        <a:srgbClr val="00337F"/>
      </a:hlink>
      <a:folHlink>
        <a:srgbClr val="AA6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