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Lexend Light"/>
      <p:regular r:id="rId17"/>
      <p:bold r:id="rId18"/>
    </p:embeddedFont>
    <p:embeddedFont>
      <p:font typeface="Lexend Medium"/>
      <p:regular r:id="rId19"/>
      <p:bold r:id="rId20"/>
    </p:embeddedFont>
    <p:embeddedFont>
      <p:font typeface="Lexen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CEC0F5-5BF3-42DB-893B-46AE5A7B5982}">
  <a:tblStyle styleId="{BECEC0F5-5BF3-42DB-893B-46AE5A7B59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Medium-bold.fntdata"/><Relationship Id="rId22" Type="http://schemas.openxmlformats.org/officeDocument/2006/relationships/font" Target="fonts/Lexend-bold.fntdata"/><Relationship Id="rId21" Type="http://schemas.openxmlformats.org/officeDocument/2006/relationships/font" Target="fonts/Lexe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exendLight-regular.fntdata"/><Relationship Id="rId16" Type="http://schemas.openxmlformats.org/officeDocument/2006/relationships/slide" Target="slides/slide10.xml"/><Relationship Id="rId19" Type="http://schemas.openxmlformats.org/officeDocument/2006/relationships/font" Target="fonts/LexendMedium-regular.fntdata"/><Relationship Id="rId18" Type="http://schemas.openxmlformats.org/officeDocument/2006/relationships/font" Target="fonts/Lexend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3447222e9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3" name="Google Shape;1863;g3447222e9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https://www.kaggle.com/datasets/kmader/skin-cancer-mnist-ham10000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g34e50adc9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1" name="Google Shape;1901;g34e50adc9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g34310e904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7" name="Google Shape;1917;g34310e904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Malignant: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</a:t>
            </a:r>
            <a:r>
              <a:rPr b="1" lang="en"/>
              <a:t>kiec</a:t>
            </a:r>
            <a:r>
              <a:rPr lang="en"/>
              <a:t> - Actinic Keratoses (Solar Keratoses) and Intraepithelial Carcinoma (Bowen’s disease)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Bcc</a:t>
            </a:r>
            <a:r>
              <a:rPr lang="en"/>
              <a:t> - Basal cell carcinoma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Mel</a:t>
            </a:r>
            <a:r>
              <a:rPr lang="en">
                <a:solidFill>
                  <a:schemeClr val="dk1"/>
                </a:solidFill>
              </a:rPr>
              <a:t> - Melanoma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Benign: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b="1" lang="en">
                <a:solidFill>
                  <a:schemeClr val="dk1"/>
                </a:solidFill>
              </a:rPr>
              <a:t>Bkl</a:t>
            </a:r>
            <a:r>
              <a:rPr lang="en">
                <a:solidFill>
                  <a:schemeClr val="dk1"/>
                </a:solidFill>
              </a:rPr>
              <a:t> - "Benign keratosis"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Df</a:t>
            </a:r>
            <a:r>
              <a:rPr lang="en"/>
              <a:t> - Dermatofibroma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Nv</a:t>
            </a:r>
            <a:r>
              <a:rPr lang="en"/>
              <a:t> - Melanocytic nevi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Vasc</a:t>
            </a:r>
            <a:r>
              <a:rPr lang="en"/>
              <a:t> - Vascular skin lesions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g34e50adc9f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1" name="Google Shape;1951;g34e50adc9f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g34e50adc9f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6" name="Google Shape;1966;g34e50adc9f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34e50adc9f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34e50adc9f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34e77058bf9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34e77058bf9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g34e77058bf9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3" name="Google Shape;1993;g34e77058bf9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g34e77058bf9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2" name="Google Shape;2002;g34e77058bf9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g34e50adc9f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1" name="Google Shape;2011;g34e50adc9f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https://www.kaggle.com/datasets/kmader/skin-cancer-mnist-ham10000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olid with header">
  <p:cSld name="CUSTOM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4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3168">
          <p15:clr>
            <a:srgbClr val="E46962"/>
          </p15:clr>
        </p15:guide>
        <p15:guide id="3" orient="horz" pos="93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id with header">
  <p:cSld name="CUSTOM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9" name="Google Shape;19;p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8" name="Google Shape;78;p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" name="Google Shape;81;p3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" name="Google Shape;82;p3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4" type="subTitle"/>
          </p:nvPr>
        </p:nvSpPr>
        <p:spPr>
          <a:xfrm>
            <a:off x="5767125" y="57270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"/>
          <p:cNvSpPr txBox="1"/>
          <p:nvPr>
            <p:ph type="title"/>
          </p:nvPr>
        </p:nvSpPr>
        <p:spPr>
          <a:xfrm>
            <a:off x="208725" y="344175"/>
            <a:ext cx="5340900" cy="18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header">
  <p:cSld name="CUSTOM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7" name="Google Shape;87;p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6" name="Google Shape;146;p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8" name="Google Shape;148;p4"/>
          <p:cNvSpPr txBox="1"/>
          <p:nvPr>
            <p:ph type="title"/>
          </p:nvPr>
        </p:nvSpPr>
        <p:spPr>
          <a:xfrm>
            <a:off x="1579100" y="491225"/>
            <a:ext cx="49662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" name="Google Shape;149;p4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4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4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orient="horz" pos="720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header">
  <p:cSld name="CUSTOM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4" name="Google Shape;154;p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3" name="Google Shape;213;p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5" name="Google Shape;215;p5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5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7" name="Google Shape;217;p5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5"/>
          <p:cNvSpPr txBox="1"/>
          <p:nvPr>
            <p:ph idx="4" type="subTitle"/>
          </p:nvPr>
        </p:nvSpPr>
        <p:spPr>
          <a:xfrm>
            <a:off x="516425" y="2548200"/>
            <a:ext cx="37362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"/>
          <p:cNvSpPr txBox="1"/>
          <p:nvPr>
            <p:ph idx="5" type="subTitle"/>
          </p:nvPr>
        </p:nvSpPr>
        <p:spPr>
          <a:xfrm>
            <a:off x="5128850" y="2548200"/>
            <a:ext cx="36795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23" name="Google Shape;223;p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7" name="Google Shape;257;p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82" name="Google Shape;282;p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84" name="Google Shape;284;p6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5" name="Google Shape;285;p6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6" name="Google Shape;286;p6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6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boxes with header">
  <p:cSld name="CUSTOM_1_1_1_1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90" name="Google Shape;290;p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1" name="Google Shape;301;p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" name="Google Shape;302;p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49" name="Google Shape;349;p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1" name="Google Shape;351;p7"/>
          <p:cNvSpPr txBox="1"/>
          <p:nvPr>
            <p:ph type="title"/>
          </p:nvPr>
        </p:nvSpPr>
        <p:spPr>
          <a:xfrm>
            <a:off x="209775" y="468575"/>
            <a:ext cx="5016000" cy="1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2" name="Google Shape;352;p7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3" name="Google Shape;353;p7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4" name="Google Shape;354;p7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oxes with header">
  <p:cSld name="CUSTOM_1_1_1_1_1_1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357" name="Google Shape;357;p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7" name="Google Shape;377;p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7" name="Google Shape;387;p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16" name="Google Shape;416;p8"/>
          <p:cNvSpPr txBox="1"/>
          <p:nvPr>
            <p:ph type="title"/>
          </p:nvPr>
        </p:nvSpPr>
        <p:spPr>
          <a:xfrm>
            <a:off x="209775" y="468575"/>
            <a:ext cx="50160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7" name="Google Shape;417;p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18" name="Google Shape;418;p8"/>
          <p:cNvSpPr txBox="1"/>
          <p:nvPr/>
        </p:nvSpPr>
        <p:spPr>
          <a:xfrm>
            <a:off x="0" y="-39600"/>
            <a:ext cx="2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▶ </a:t>
            </a:r>
            <a:endParaRPr b="1"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8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1" name="Google Shape;421;p8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2" name="Google Shape;422;p8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3" name="Google Shape;423;p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_1_1_1_1_1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26" name="Google Shape;426;p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3" name="Google Shape;463;p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6" name="Google Shape;466;p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7" name="Google Shape;467;p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0" name="Google Shape;470;p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3" name="Google Shape;483;p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4" name="Google Shape;484;p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85" name="Google Shape;485;p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86" name="Google Shape;486;p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9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8" name="Google Shape;488;p9"/>
          <p:cNvSpPr txBox="1"/>
          <p:nvPr>
            <p:ph idx="1" type="subTitle"/>
          </p:nvPr>
        </p:nvSpPr>
        <p:spPr>
          <a:xfrm>
            <a:off x="5767125" y="425525"/>
            <a:ext cx="3238500" cy="3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_1_1_1_1_1_1_1_1_1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1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92" name="Google Shape;492;p1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3" name="Google Shape;493;p1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4" name="Google Shape;494;p1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5" name="Google Shape;495;p1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6" name="Google Shape;496;p1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7" name="Google Shape;497;p1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8" name="Google Shape;498;p1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9" name="Google Shape;499;p1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0" name="Google Shape;500;p1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1" name="Google Shape;501;p1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2" name="Google Shape;502;p1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3" name="Google Shape;503;p1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4" name="Google Shape;504;p1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5" name="Google Shape;505;p1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6" name="Google Shape;506;p1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7" name="Google Shape;507;p1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1" name="Google Shape;511;p1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2" name="Google Shape;512;p1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3" name="Google Shape;513;p1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4" name="Google Shape;514;p1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7" name="Google Shape;527;p1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8" name="Google Shape;528;p1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2" name="Google Shape;532;p1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3" name="Google Shape;533;p1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7" name="Google Shape;537;p1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8" name="Google Shape;538;p1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1" name="Google Shape;541;p1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2" name="Google Shape;542;p1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5" name="Google Shape;545;p1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6" name="Google Shape;546;p1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7" name="Google Shape;547;p1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8" name="Google Shape;548;p1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9" name="Google Shape;549;p1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0" name="Google Shape;550;p1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51" name="Google Shape;551;p1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552" name="Google Shape;552;p1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0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4" name="Google Shape;554;p1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1_1_1_1_1_1_1_1_1_2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6" name="Google Shape;556;p1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557" name="Google Shape;557;p1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2" name="Google Shape;572;p1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3" name="Google Shape;573;p1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4" name="Google Shape;574;p1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5" name="Google Shape;575;p1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6" name="Google Shape;576;p1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8" name="Google Shape;578;p1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9" name="Google Shape;579;p1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0" name="Google Shape;580;p1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4" name="Google Shape;584;p1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5" name="Google Shape;585;p1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6" name="Google Shape;586;p1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7" name="Google Shape;587;p1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16" name="Google Shape;616;p1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17" name="Google Shape;617;p1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1"/>
          <p:cNvSpPr txBox="1"/>
          <p:nvPr>
            <p:ph type="title"/>
          </p:nvPr>
        </p:nvSpPr>
        <p:spPr>
          <a:xfrm>
            <a:off x="208725" y="344175"/>
            <a:ext cx="7640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9" name="Google Shape;619;p11"/>
          <p:cNvSpPr txBox="1"/>
          <p:nvPr>
            <p:ph idx="1" type="body"/>
          </p:nvPr>
        </p:nvSpPr>
        <p:spPr>
          <a:xfrm>
            <a:off x="208725" y="2320375"/>
            <a:ext cx="7353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20" name="Google Shape;620;p1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_1_1_1_2_1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2" name="Google Shape;622;p1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23" name="Google Shape;623;p1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4" name="Google Shape;624;p1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5" name="Google Shape;625;p1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6" name="Google Shape;626;p1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7" name="Google Shape;627;p1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8" name="Google Shape;628;p1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9" name="Google Shape;629;p1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0" name="Google Shape;630;p1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1" name="Google Shape;631;p1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2" name="Google Shape;632;p1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3" name="Google Shape;633;p1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4" name="Google Shape;634;p1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5" name="Google Shape;635;p1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6" name="Google Shape;636;p1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7" name="Google Shape;637;p1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8" name="Google Shape;638;p1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9" name="Google Shape;639;p1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0" name="Google Shape;640;p1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1" name="Google Shape;641;p1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2" name="Google Shape;642;p1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3" name="Google Shape;643;p1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4" name="Google Shape;644;p1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5" name="Google Shape;645;p1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6" name="Google Shape;646;p1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7" name="Google Shape;647;p1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8" name="Google Shape;648;p1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9" name="Google Shape;649;p1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0" name="Google Shape;650;p1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1" name="Google Shape;651;p1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2" name="Google Shape;652;p1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3" name="Google Shape;653;p1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4" name="Google Shape;654;p1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5" name="Google Shape;655;p1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6" name="Google Shape;656;p1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7" name="Google Shape;657;p1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8" name="Google Shape;658;p1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9" name="Google Shape;659;p1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0" name="Google Shape;660;p1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1" name="Google Shape;661;p1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2" name="Google Shape;662;p1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3" name="Google Shape;663;p1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4" name="Google Shape;664;p1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5" name="Google Shape;665;p1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6" name="Google Shape;666;p1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7" name="Google Shape;667;p1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8" name="Google Shape;668;p1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9" name="Google Shape;669;p1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0" name="Google Shape;670;p1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1" name="Google Shape;671;p1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2" name="Google Shape;672;p1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3" name="Google Shape;673;p1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4" name="Google Shape;674;p1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5" name="Google Shape;675;p1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6" name="Google Shape;676;p1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7" name="Google Shape;677;p1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8" name="Google Shape;678;p1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9" name="Google Shape;679;p1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0" name="Google Shape;680;p1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1" name="Google Shape;681;p1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82" name="Google Shape;682;p1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83" name="Google Shape;683;p1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2"/>
          <p:cNvSpPr txBox="1"/>
          <p:nvPr>
            <p:ph type="title"/>
          </p:nvPr>
        </p:nvSpPr>
        <p:spPr>
          <a:xfrm>
            <a:off x="208725" y="344175"/>
            <a:ext cx="741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5" name="Google Shape;685;p12"/>
          <p:cNvSpPr txBox="1"/>
          <p:nvPr>
            <p:ph idx="1" type="body"/>
          </p:nvPr>
        </p:nvSpPr>
        <p:spPr>
          <a:xfrm>
            <a:off x="208725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6" name="Google Shape;686;p12"/>
          <p:cNvSpPr txBox="1"/>
          <p:nvPr>
            <p:ph idx="2" type="body"/>
          </p:nvPr>
        </p:nvSpPr>
        <p:spPr>
          <a:xfrm>
            <a:off x="4684150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7" name="Google Shape;687;p1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_1_1_1_1_1_1_1_1_1_2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1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90" name="Google Shape;690;p1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1" name="Google Shape;711;p1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1" name="Google Shape;721;p1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6" name="Google Shape;736;p1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7" name="Google Shape;737;p1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2" name="Google Shape;742;p1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3" name="Google Shape;743;p1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4" name="Google Shape;744;p1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5" name="Google Shape;745;p1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8" name="Google Shape;748;p1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49" name="Google Shape;749;p1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50" name="Google Shape;750;p1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3"/>
          <p:cNvSpPr txBox="1"/>
          <p:nvPr>
            <p:ph type="title"/>
          </p:nvPr>
        </p:nvSpPr>
        <p:spPr>
          <a:xfrm>
            <a:off x="208725" y="344175"/>
            <a:ext cx="76011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2" name="Google Shape;752;p1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1_1_1_1_1_1_1_1_1_1_2_1_1_1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4" name="Google Shape;754;p1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755" name="Google Shape;755;p1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2" name="Google Shape;762;p1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3" name="Google Shape;763;p1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7" name="Google Shape;767;p1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8" name="Google Shape;768;p1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9" name="Google Shape;769;p1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0" name="Google Shape;770;p1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1" name="Google Shape;771;p1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2" name="Google Shape;772;p1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4" name="Google Shape;774;p1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5" name="Google Shape;775;p1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9" name="Google Shape;779;p1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0" name="Google Shape;780;p1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1" name="Google Shape;781;p1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2" name="Google Shape;782;p1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3" name="Google Shape;783;p1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4" name="Google Shape;784;p1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5" name="Google Shape;785;p1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6" name="Google Shape;786;p1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7" name="Google Shape;787;p1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8" name="Google Shape;788;p1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9" name="Google Shape;789;p1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0" name="Google Shape;790;p1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1" name="Google Shape;791;p1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2" name="Google Shape;792;p1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3" name="Google Shape;793;p1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4" name="Google Shape;794;p1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5" name="Google Shape;795;p1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6" name="Google Shape;796;p1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7" name="Google Shape;797;p1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8" name="Google Shape;798;p1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9" name="Google Shape;799;p1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0" name="Google Shape;800;p1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1" name="Google Shape;801;p1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2" name="Google Shape;802;p1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3" name="Google Shape;803;p1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4" name="Google Shape;804;p1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5" name="Google Shape;805;p1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6" name="Google Shape;806;p1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7" name="Google Shape;807;p1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8" name="Google Shape;808;p1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9" name="Google Shape;809;p1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0" name="Google Shape;810;p1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1" name="Google Shape;811;p1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2" name="Google Shape;812;p1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14" name="Google Shape;814;p1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15" name="Google Shape;815;p1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4"/>
          <p:cNvSpPr txBox="1"/>
          <p:nvPr>
            <p:ph type="title"/>
          </p:nvPr>
        </p:nvSpPr>
        <p:spPr>
          <a:xfrm>
            <a:off x="208725" y="344175"/>
            <a:ext cx="555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7" name="Google Shape;817;p14"/>
          <p:cNvSpPr txBox="1"/>
          <p:nvPr>
            <p:ph idx="1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8" name="Google Shape;818;p14"/>
          <p:cNvSpPr txBox="1"/>
          <p:nvPr>
            <p:ph idx="2" type="body"/>
          </p:nvPr>
        </p:nvSpPr>
        <p:spPr>
          <a:xfrm>
            <a:off x="208725" y="3050325"/>
            <a:ext cx="6666600" cy="18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19" name="Google Shape;819;p1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1_1_1_1_1_1_1_1_1_2_1_1_1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" name="Google Shape;821;p1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22" name="Google Shape;822;p1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3" name="Google Shape;823;p1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4" name="Google Shape;824;p1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5" name="Google Shape;825;p1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6" name="Google Shape;826;p1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7" name="Google Shape;827;p1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8" name="Google Shape;828;p1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9" name="Google Shape;829;p1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0" name="Google Shape;830;p1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1" name="Google Shape;831;p1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2" name="Google Shape;832;p1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3" name="Google Shape;833;p1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4" name="Google Shape;834;p1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5" name="Google Shape;835;p1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6" name="Google Shape;836;p1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7" name="Google Shape;837;p1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8" name="Google Shape;838;p1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9" name="Google Shape;839;p1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0" name="Google Shape;840;p1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1" name="Google Shape;841;p1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2" name="Google Shape;842;p1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3" name="Google Shape;843;p1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4" name="Google Shape;844;p1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5" name="Google Shape;845;p1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6" name="Google Shape;846;p1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7" name="Google Shape;847;p1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8" name="Google Shape;848;p1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9" name="Google Shape;849;p1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0" name="Google Shape;850;p1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1" name="Google Shape;851;p1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2" name="Google Shape;852;p1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3" name="Google Shape;853;p1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4" name="Google Shape;854;p1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5" name="Google Shape;855;p1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6" name="Google Shape;856;p1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7" name="Google Shape;857;p1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8" name="Google Shape;858;p1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9" name="Google Shape;859;p1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0" name="Google Shape;860;p1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1" name="Google Shape;861;p1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2" name="Google Shape;862;p1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3" name="Google Shape;863;p1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4" name="Google Shape;864;p1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5" name="Google Shape;865;p1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6" name="Google Shape;866;p1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7" name="Google Shape;867;p1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8" name="Google Shape;868;p1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9" name="Google Shape;869;p1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0" name="Google Shape;870;p1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1" name="Google Shape;871;p1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2" name="Google Shape;872;p1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3" name="Google Shape;873;p1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4" name="Google Shape;874;p1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5" name="Google Shape;875;p1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6" name="Google Shape;876;p1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7" name="Google Shape;877;p1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8" name="Google Shape;878;p1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9" name="Google Shape;879;p1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0" name="Google Shape;880;p1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81" name="Google Shape;881;p1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82" name="Google Shape;882;p1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5"/>
          <p:cNvSpPr txBox="1"/>
          <p:nvPr>
            <p:ph type="title"/>
          </p:nvPr>
        </p:nvSpPr>
        <p:spPr>
          <a:xfrm>
            <a:off x="836250" y="1569150"/>
            <a:ext cx="74715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4" name="Google Shape;884;p1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7" name="Google Shape;887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8" name="Google Shape;8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2" name="Google Shape;892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3" name="Google Shape;893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94" name="Google Shape;89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1_1_1_1_1_1_1_1_1_2_1_1_1_1_1"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6" name="Google Shape;896;p1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97" name="Google Shape;897;p1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0" name="Google Shape;900;p1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1" name="Google Shape;901;p1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2" name="Google Shape;902;p1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3" name="Google Shape;903;p1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4" name="Google Shape;904;p1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5" name="Google Shape;905;p1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6" name="Google Shape;906;p1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2" name="Google Shape;912;p1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3" name="Google Shape;913;p1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4" name="Google Shape;914;p1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5" name="Google Shape;915;p1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6" name="Google Shape;916;p1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7" name="Google Shape;917;p1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8" name="Google Shape;918;p1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9" name="Google Shape;919;p1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4" name="Google Shape;924;p1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5" name="Google Shape;925;p1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6" name="Google Shape;926;p1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7" name="Google Shape;927;p1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8" name="Google Shape;928;p1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9" name="Google Shape;929;p1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0" name="Google Shape;930;p1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1" name="Google Shape;931;p1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9" name="Google Shape;939;p1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0" name="Google Shape;940;p1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2" name="Google Shape;942;p1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3" name="Google Shape;943;p1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4" name="Google Shape;944;p1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5" name="Google Shape;945;p1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6" name="Google Shape;946;p1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7" name="Google Shape;947;p1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8" name="Google Shape;948;p1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9" name="Google Shape;949;p1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0" name="Google Shape;950;p1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1" name="Google Shape;951;p1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2" name="Google Shape;952;p1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3" name="Google Shape;953;p1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4" name="Google Shape;954;p1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5" name="Google Shape;955;p1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56" name="Google Shape;956;p1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957" name="Google Shape;957;p1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9" name="Google Shape;959;p18"/>
          <p:cNvSpPr txBox="1"/>
          <p:nvPr>
            <p:ph idx="1" type="subTitle"/>
          </p:nvPr>
        </p:nvSpPr>
        <p:spPr>
          <a:xfrm>
            <a:off x="208725" y="246495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1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1_1_1_1_1_1_1_1_1_1_2_1_1_1_1_1_1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" name="Google Shape;962;p1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963" name="Google Shape;963;p1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7" name="Google Shape;967;p1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8" name="Google Shape;968;p1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9" name="Google Shape;969;p1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0" name="Google Shape;970;p1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1" name="Google Shape;971;p1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2" name="Google Shape;972;p1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3" name="Google Shape;973;p1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4" name="Google Shape;974;p1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7" name="Google Shape;977;p1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8" name="Google Shape;978;p1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1" name="Google Shape;981;p1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2" name="Google Shape;982;p1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5" name="Google Shape;985;p1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6" name="Google Shape;986;p1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7" name="Google Shape;987;p1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8" name="Google Shape;988;p1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9" name="Google Shape;989;p1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0" name="Google Shape;990;p1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1" name="Google Shape;991;p1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2" name="Google Shape;992;p1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3" name="Google Shape;993;p1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4" name="Google Shape;994;p1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5" name="Google Shape;995;p1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6" name="Google Shape;996;p1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7" name="Google Shape;997;p1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8" name="Google Shape;998;p1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9" name="Google Shape;999;p1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0" name="Google Shape;1000;p1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1" name="Google Shape;1001;p1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2" name="Google Shape;1002;p1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3" name="Google Shape;1003;p1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4" name="Google Shape;1004;p1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5" name="Google Shape;1005;p1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6" name="Google Shape;1006;p1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7" name="Google Shape;1007;p1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8" name="Google Shape;1008;p1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9" name="Google Shape;1009;p1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0" name="Google Shape;1010;p1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1" name="Google Shape;1011;p1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2" name="Google Shape;1012;p1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3" name="Google Shape;1013;p1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4" name="Google Shape;1014;p1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5" name="Google Shape;1015;p1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6" name="Google Shape;1016;p1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7" name="Google Shape;1017;p1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8" name="Google Shape;1018;p1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9" name="Google Shape;1019;p1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0" name="Google Shape;1020;p1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1" name="Google Shape;1021;p1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22" name="Google Shape;1022;p1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23" name="Google Shape;1023;p1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19"/>
          <p:cNvSpPr txBox="1"/>
          <p:nvPr>
            <p:ph idx="1" type="body"/>
          </p:nvPr>
        </p:nvSpPr>
        <p:spPr>
          <a:xfrm>
            <a:off x="1578900" y="11350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25" name="Google Shape;1025;p1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1_1_1_1_1_1_1_1_1_2_1_1_1_1_1_1_1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oogle Shape;1027;p2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28" name="Google Shape;1028;p2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4" name="Google Shape;1034;p2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5" name="Google Shape;1035;p2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9" name="Google Shape;1039;p2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0" name="Google Shape;1040;p2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4" name="Google Shape;1044;p2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5" name="Google Shape;1045;p2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6" name="Google Shape;1046;p2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7" name="Google Shape;1047;p2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8" name="Google Shape;1048;p2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9" name="Google Shape;1049;p2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0" name="Google Shape;1050;p2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1" name="Google Shape;1051;p2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4" name="Google Shape;1054;p2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5" name="Google Shape;1055;p2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8" name="Google Shape;1058;p2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9" name="Google Shape;1059;p2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2" name="Google Shape;1062;p2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3" name="Google Shape;1063;p2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4" name="Google Shape;1064;p2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5" name="Google Shape;1065;p2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6" name="Google Shape;1066;p2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7" name="Google Shape;1067;p2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8" name="Google Shape;1068;p2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9" name="Google Shape;1069;p2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0" name="Google Shape;1070;p2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1" name="Google Shape;1071;p2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2" name="Google Shape;1072;p2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3" name="Google Shape;1073;p2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4" name="Google Shape;1074;p2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5" name="Google Shape;1075;p2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6" name="Google Shape;1076;p2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7" name="Google Shape;1077;p2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8" name="Google Shape;1078;p2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9" name="Google Shape;1079;p2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0" name="Google Shape;1080;p2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1" name="Google Shape;1081;p2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2" name="Google Shape;1082;p2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3" name="Google Shape;1083;p2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4" name="Google Shape;1084;p2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5" name="Google Shape;1085;p2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6" name="Google Shape;1086;p2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87" name="Google Shape;1087;p2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88" name="Google Shape;1088;p2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0"/>
          <p:cNvSpPr txBox="1"/>
          <p:nvPr>
            <p:ph idx="1" type="body"/>
          </p:nvPr>
        </p:nvSpPr>
        <p:spPr>
          <a:xfrm>
            <a:off x="2919350" y="14236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90" name="Google Shape;1090;p20"/>
          <p:cNvSpPr txBox="1"/>
          <p:nvPr>
            <p:ph type="title"/>
          </p:nvPr>
        </p:nvSpPr>
        <p:spPr>
          <a:xfrm>
            <a:off x="221150" y="1423650"/>
            <a:ext cx="2510100" cy="22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1" name="Google Shape;1091;p2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grid">
  <p:cSld name="CUSTOM_1_1_1_1_1_1_1_1_1_1_2_1_1_1_1_1_1_1_1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3" name="Google Shape;1093;p2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94" name="Google Shape;1094;p2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5" name="Google Shape;1095;p2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6" name="Google Shape;1096;p2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7" name="Google Shape;1097;p2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8" name="Google Shape;1098;p2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9" name="Google Shape;1099;p2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0" name="Google Shape;1100;p2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1" name="Google Shape;1101;p2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2" name="Google Shape;1102;p2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3" name="Google Shape;1103;p2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4" name="Google Shape;1104;p2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5" name="Google Shape;1105;p2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6" name="Google Shape;1106;p2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7" name="Google Shape;1107;p2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8" name="Google Shape;1108;p2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9" name="Google Shape;1109;p2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0" name="Google Shape;1110;p2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1" name="Google Shape;1111;p2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2" name="Google Shape;1112;p2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3" name="Google Shape;1113;p2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4" name="Google Shape;1114;p2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5" name="Google Shape;1115;p2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6" name="Google Shape;1116;p2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7" name="Google Shape;1117;p2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8" name="Google Shape;1118;p2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9" name="Google Shape;1119;p2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0" name="Google Shape;1120;p2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1" name="Google Shape;1121;p2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2" name="Google Shape;1122;p2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3" name="Google Shape;1123;p2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4" name="Google Shape;1124;p2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5" name="Google Shape;1125;p2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6" name="Google Shape;1126;p2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7" name="Google Shape;1127;p2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8" name="Google Shape;1128;p2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9" name="Google Shape;1129;p2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0" name="Google Shape;1130;p2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1" name="Google Shape;1131;p2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2" name="Google Shape;1132;p2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3" name="Google Shape;1133;p2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4" name="Google Shape;1134;p2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5" name="Google Shape;1135;p2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6" name="Google Shape;1136;p2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7" name="Google Shape;1137;p2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8" name="Google Shape;1138;p2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9" name="Google Shape;1139;p2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0" name="Google Shape;1140;p2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1" name="Google Shape;1141;p2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2" name="Google Shape;1142;p2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3" name="Google Shape;1143;p2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4" name="Google Shape;1144;p2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5" name="Google Shape;1145;p2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6" name="Google Shape;1146;p2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7" name="Google Shape;1147;p2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8" name="Google Shape;1148;p2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9" name="Google Shape;1149;p2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0" name="Google Shape;1150;p2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1" name="Google Shape;1151;p2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2" name="Google Shape;1152;p2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53" name="Google Shape;1153;p2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54" name="Google Shape;1154;p2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_1_1_1_1_1_1_1_1_1_2_1_1_1_1_1_1_1_1_1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58" name="Google Shape;1158;p2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_1_1_1_1_1_1_1_1_1_2_1_1_1_1_1_1_1_1_1_1"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2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162" name="Google Shape;1162;p2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163" name="Google Shape;1163;p2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5" name="Google Shape;1165;p2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6" name="Google Shape;1166;p2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0" name="Google Shape;1170;p2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1" name="Google Shape;1171;p2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5" name="Google Shape;1175;p2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6" name="Google Shape;1176;p2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9" name="Google Shape;1179;p2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0" name="Google Shape;1180;p2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3" name="Google Shape;1183;p2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4" name="Google Shape;1184;p2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5" name="Google Shape;1185;p2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6" name="Google Shape;1186;p2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7" name="Google Shape;1187;p2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8" name="Google Shape;1188;p2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9" name="Google Shape;1189;p2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0" name="Google Shape;1190;p2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1" name="Google Shape;1191;p2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2" name="Google Shape;1192;p2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3" name="Google Shape;1193;p2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4" name="Google Shape;1194;p2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5" name="Google Shape;1195;p2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6" name="Google Shape;1196;p2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7" name="Google Shape;1197;p2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8" name="Google Shape;1198;p2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9" name="Google Shape;1199;p2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0" name="Google Shape;1200;p2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1" name="Google Shape;1201;p2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2" name="Google Shape;1202;p2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3" name="Google Shape;1203;p2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4" name="Google Shape;1204;p2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5" name="Google Shape;1205;p2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6" name="Google Shape;1206;p2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7" name="Google Shape;1207;p2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8" name="Google Shape;1208;p2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9" name="Google Shape;1209;p2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0" name="Google Shape;1210;p2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1" name="Google Shape;1211;p2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2" name="Google Shape;1212;p2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3" name="Google Shape;1213;p2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4" name="Google Shape;1214;p2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5" name="Google Shape;1215;p2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6" name="Google Shape;1216;p2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7" name="Google Shape;1217;p2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8" name="Google Shape;1218;p2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9" name="Google Shape;1219;p2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0" name="Google Shape;1220;p2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1" name="Google Shape;1221;p2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22" name="Google Shape;1222;p2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23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23"/>
          <p:cNvSpPr txBox="1"/>
          <p:nvPr>
            <p:ph idx="1" type="subTitle"/>
          </p:nvPr>
        </p:nvSpPr>
        <p:spPr>
          <a:xfrm>
            <a:off x="20872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5" name="Google Shape;1225;p23"/>
          <p:cNvSpPr txBox="1"/>
          <p:nvPr>
            <p:ph idx="2" type="subTitle"/>
          </p:nvPr>
        </p:nvSpPr>
        <p:spPr>
          <a:xfrm>
            <a:off x="3281550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6" name="Google Shape;1226;p23"/>
          <p:cNvSpPr txBox="1"/>
          <p:nvPr>
            <p:ph idx="3" type="subTitle"/>
          </p:nvPr>
        </p:nvSpPr>
        <p:spPr>
          <a:xfrm>
            <a:off x="635437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7" name="Google Shape;1227;p23"/>
          <p:cNvSpPr txBox="1"/>
          <p:nvPr>
            <p:ph idx="4" type="subTitle"/>
          </p:nvPr>
        </p:nvSpPr>
        <p:spPr>
          <a:xfrm>
            <a:off x="20872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8" name="Google Shape;1228;p23"/>
          <p:cNvSpPr txBox="1"/>
          <p:nvPr>
            <p:ph idx="5" type="subTitle"/>
          </p:nvPr>
        </p:nvSpPr>
        <p:spPr>
          <a:xfrm>
            <a:off x="3281550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9" name="Google Shape;1229;p23"/>
          <p:cNvSpPr txBox="1"/>
          <p:nvPr>
            <p:ph idx="6" type="subTitle"/>
          </p:nvPr>
        </p:nvSpPr>
        <p:spPr>
          <a:xfrm>
            <a:off x="635437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0" name="Google Shape;1230;p2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1_1_1_1_1_1_1_1_2_1_1_1_1_1_1_1_1_1_1_1"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2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233" name="Google Shape;1233;p2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234" name="Google Shape;1234;p2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5" name="Google Shape;1235;p2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6" name="Google Shape;1236;p2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7" name="Google Shape;1237;p2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8" name="Google Shape;1238;p2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9" name="Google Shape;1239;p2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0" name="Google Shape;1240;p2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1" name="Google Shape;1241;p2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2" name="Google Shape;1242;p2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3" name="Google Shape;1243;p2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4" name="Google Shape;1244;p2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5" name="Google Shape;1245;p2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6" name="Google Shape;1246;p2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7" name="Google Shape;1247;p2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8" name="Google Shape;1248;p2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9" name="Google Shape;1249;p2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0" name="Google Shape;1250;p2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1" name="Google Shape;1251;p2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2" name="Google Shape;1252;p2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3" name="Google Shape;1253;p2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4" name="Google Shape;1254;p2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5" name="Google Shape;1255;p2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6" name="Google Shape;1256;p2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7" name="Google Shape;1257;p2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8" name="Google Shape;1258;p2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9" name="Google Shape;1259;p2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0" name="Google Shape;1260;p2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1" name="Google Shape;1261;p2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2" name="Google Shape;1262;p2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3" name="Google Shape;1263;p2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4" name="Google Shape;1264;p2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5" name="Google Shape;1265;p2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6" name="Google Shape;1266;p2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7" name="Google Shape;1267;p2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8" name="Google Shape;1268;p2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9" name="Google Shape;1269;p2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0" name="Google Shape;1270;p2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1" name="Google Shape;1271;p2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2" name="Google Shape;1272;p2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3" name="Google Shape;1273;p2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4" name="Google Shape;1274;p2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5" name="Google Shape;1275;p2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6" name="Google Shape;1276;p2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7" name="Google Shape;1277;p2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8" name="Google Shape;1278;p2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9" name="Google Shape;1279;p2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0" name="Google Shape;1280;p2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1" name="Google Shape;1281;p2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2" name="Google Shape;1282;p2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3" name="Google Shape;1283;p2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4" name="Google Shape;1284;p2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5" name="Google Shape;1285;p2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6" name="Google Shape;1286;p2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7" name="Google Shape;1287;p2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8" name="Google Shape;1288;p2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9" name="Google Shape;1289;p2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0" name="Google Shape;1290;p2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1" name="Google Shape;1291;p2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2" name="Google Shape;1292;p2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93" name="Google Shape;1293;p2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24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5" name="Google Shape;1295;p24"/>
          <p:cNvSpPr txBox="1"/>
          <p:nvPr>
            <p:ph idx="1" type="body"/>
          </p:nvPr>
        </p:nvSpPr>
        <p:spPr>
          <a:xfrm>
            <a:off x="208725" y="2304400"/>
            <a:ext cx="33528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96" name="Google Shape;1296;p24"/>
          <p:cNvSpPr/>
          <p:nvPr>
            <p:ph idx="2" type="pic"/>
          </p:nvPr>
        </p:nvSpPr>
        <p:spPr>
          <a:xfrm>
            <a:off x="3769050" y="2304400"/>
            <a:ext cx="5156700" cy="25686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297" name="Google Shape;1297;p2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_1_1_1_1_1_1_1_1_2_1_1_1_1_1_1_1_1_1_1_1_1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2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300" name="Google Shape;1300;p2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01" name="Google Shape;1301;p2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2" name="Google Shape;1302;p2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3" name="Google Shape;1303;p2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4" name="Google Shape;1304;p2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5" name="Google Shape;1305;p2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6" name="Google Shape;1306;p2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7" name="Google Shape;1307;p2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8" name="Google Shape;1308;p2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9" name="Google Shape;1309;p2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0" name="Google Shape;1310;p2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1" name="Google Shape;1311;p2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2" name="Google Shape;1312;p2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3" name="Google Shape;1313;p2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4" name="Google Shape;1314;p2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5" name="Google Shape;1315;p2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6" name="Google Shape;1316;p2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7" name="Google Shape;1317;p2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8" name="Google Shape;1318;p2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9" name="Google Shape;1319;p2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0" name="Google Shape;1320;p2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1" name="Google Shape;1321;p2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2" name="Google Shape;1322;p2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3" name="Google Shape;1323;p2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4" name="Google Shape;1324;p2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5" name="Google Shape;1325;p2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6" name="Google Shape;1326;p2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7" name="Google Shape;1327;p2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8" name="Google Shape;1328;p2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9" name="Google Shape;1329;p2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0" name="Google Shape;1330;p2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1" name="Google Shape;1331;p2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2" name="Google Shape;1332;p2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3" name="Google Shape;1333;p2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4" name="Google Shape;1334;p2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5" name="Google Shape;1335;p2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6" name="Google Shape;1336;p2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7" name="Google Shape;1337;p2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8" name="Google Shape;1338;p2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9" name="Google Shape;1339;p2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0" name="Google Shape;1340;p2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1" name="Google Shape;1341;p2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2" name="Google Shape;1342;p2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3" name="Google Shape;1343;p2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4" name="Google Shape;1344;p2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5" name="Google Shape;1345;p2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6" name="Google Shape;1346;p2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7" name="Google Shape;1347;p2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8" name="Google Shape;1348;p2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9" name="Google Shape;1349;p2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0" name="Google Shape;1350;p2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1" name="Google Shape;1351;p2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2" name="Google Shape;1352;p2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3" name="Google Shape;1353;p2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4" name="Google Shape;1354;p2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5" name="Google Shape;1355;p2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6" name="Google Shape;1356;p2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7" name="Google Shape;1357;p2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8" name="Google Shape;1358;p2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9" name="Google Shape;1359;p2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60" name="Google Shape;1360;p2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25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2" name="Google Shape;1362;p25"/>
          <p:cNvSpPr txBox="1"/>
          <p:nvPr>
            <p:ph idx="1" type="body"/>
          </p:nvPr>
        </p:nvSpPr>
        <p:spPr>
          <a:xfrm>
            <a:off x="11736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3" name="Google Shape;1363;p25"/>
          <p:cNvSpPr txBox="1"/>
          <p:nvPr>
            <p:ph idx="2" type="subTitle"/>
          </p:nvPr>
        </p:nvSpPr>
        <p:spPr>
          <a:xfrm>
            <a:off x="11736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4" name="Google Shape;1364;p25"/>
          <p:cNvSpPr txBox="1"/>
          <p:nvPr>
            <p:ph idx="3" type="body"/>
          </p:nvPr>
        </p:nvSpPr>
        <p:spPr>
          <a:xfrm>
            <a:off x="49161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5" name="Google Shape;1365;p25"/>
          <p:cNvSpPr txBox="1"/>
          <p:nvPr>
            <p:ph idx="4" type="subTitle"/>
          </p:nvPr>
        </p:nvSpPr>
        <p:spPr>
          <a:xfrm>
            <a:off x="49161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6" name="Google Shape;1366;p2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1_1_1_1_1_1_1_2_1_1_1_1_1_1_1_1_1_1_1_1_1"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2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369" name="Google Shape;1369;p2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70" name="Google Shape;1370;p2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1" name="Google Shape;1371;p2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2" name="Google Shape;1372;p2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3" name="Google Shape;1373;p2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4" name="Google Shape;1374;p2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5" name="Google Shape;1375;p2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6" name="Google Shape;1376;p2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7" name="Google Shape;1377;p2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8" name="Google Shape;1378;p2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9" name="Google Shape;1379;p2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0" name="Google Shape;1380;p2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1" name="Google Shape;1381;p2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2" name="Google Shape;1382;p2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3" name="Google Shape;1383;p2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4" name="Google Shape;1384;p2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5" name="Google Shape;1385;p2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5" name="Google Shape;1405;p2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6" name="Google Shape;1406;p2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6" name="Google Shape;1426;p2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7" name="Google Shape;1427;p2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8" name="Google Shape;1428;p2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29" name="Google Shape;1429;p2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26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1" name="Google Shape;1431;p26"/>
          <p:cNvSpPr txBox="1"/>
          <p:nvPr>
            <p:ph idx="1" type="body"/>
          </p:nvPr>
        </p:nvSpPr>
        <p:spPr>
          <a:xfrm>
            <a:off x="208725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2" name="Google Shape;1432;p26"/>
          <p:cNvSpPr txBox="1"/>
          <p:nvPr>
            <p:ph idx="2" type="subTitle"/>
          </p:nvPr>
        </p:nvSpPr>
        <p:spPr>
          <a:xfrm>
            <a:off x="208725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3" name="Google Shape;1433;p26"/>
          <p:cNvSpPr txBox="1"/>
          <p:nvPr>
            <p:ph idx="3" type="body"/>
          </p:nvPr>
        </p:nvSpPr>
        <p:spPr>
          <a:xfrm>
            <a:off x="3310098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4" name="Google Shape;1434;p26"/>
          <p:cNvSpPr txBox="1"/>
          <p:nvPr>
            <p:ph idx="4" type="subTitle"/>
          </p:nvPr>
        </p:nvSpPr>
        <p:spPr>
          <a:xfrm>
            <a:off x="3310098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5" name="Google Shape;1435;p26"/>
          <p:cNvSpPr txBox="1"/>
          <p:nvPr>
            <p:ph idx="5" type="body"/>
          </p:nvPr>
        </p:nvSpPr>
        <p:spPr>
          <a:xfrm>
            <a:off x="6411471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6" name="Google Shape;1436;p26"/>
          <p:cNvSpPr txBox="1"/>
          <p:nvPr>
            <p:ph idx="6" type="subTitle"/>
          </p:nvPr>
        </p:nvSpPr>
        <p:spPr>
          <a:xfrm>
            <a:off x="6411471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7" name="Google Shape;1437;p2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">
  <p:cSld name="CUSTOM_1_1_1_1_1_1_1_1_1_1_2_1_1_1_1_1_1_1_1_1_1_1_1_1_1"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2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440" name="Google Shape;1440;p2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441" name="Google Shape;1441;p2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2" name="Google Shape;1442;p2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3" name="Google Shape;1443;p2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4" name="Google Shape;1444;p2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5" name="Google Shape;1445;p2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6" name="Google Shape;1446;p2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7" name="Google Shape;1447;p2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8" name="Google Shape;1448;p2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9" name="Google Shape;1449;p2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0" name="Google Shape;1450;p2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1" name="Google Shape;1451;p2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2" name="Google Shape;1452;p2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3" name="Google Shape;1453;p2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4" name="Google Shape;1454;p2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5" name="Google Shape;1455;p2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6" name="Google Shape;1456;p2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7" name="Google Shape;1457;p2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8" name="Google Shape;1458;p2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9" name="Google Shape;1459;p2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0" name="Google Shape;1460;p2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1" name="Google Shape;1461;p2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2" name="Google Shape;1462;p2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3" name="Google Shape;1463;p2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4" name="Google Shape;1464;p2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5" name="Google Shape;1465;p2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6" name="Google Shape;1466;p2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7" name="Google Shape;1467;p2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8" name="Google Shape;1468;p2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9" name="Google Shape;1469;p2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0" name="Google Shape;1470;p2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1" name="Google Shape;1471;p2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2" name="Google Shape;1472;p2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3" name="Google Shape;1473;p2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4" name="Google Shape;1474;p2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5" name="Google Shape;1475;p2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6" name="Google Shape;1476;p2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7" name="Google Shape;1477;p2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8" name="Google Shape;1478;p2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9" name="Google Shape;1479;p2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0" name="Google Shape;1480;p2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1" name="Google Shape;1481;p2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2" name="Google Shape;1482;p2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4" name="Google Shape;1484;p2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5" name="Google Shape;1485;p2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6" name="Google Shape;1486;p2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00" name="Google Shape;1500;p2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27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2" name="Google Shape;1502;p27"/>
          <p:cNvSpPr txBox="1"/>
          <p:nvPr>
            <p:ph idx="1" type="body"/>
          </p:nvPr>
        </p:nvSpPr>
        <p:spPr>
          <a:xfrm>
            <a:off x="208725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3" name="Google Shape;1503;p27"/>
          <p:cNvSpPr txBox="1"/>
          <p:nvPr>
            <p:ph idx="2" type="subTitle"/>
          </p:nvPr>
        </p:nvSpPr>
        <p:spPr>
          <a:xfrm>
            <a:off x="208725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4" name="Google Shape;1504;p27"/>
          <p:cNvSpPr txBox="1"/>
          <p:nvPr>
            <p:ph idx="3" type="body"/>
          </p:nvPr>
        </p:nvSpPr>
        <p:spPr>
          <a:xfrm>
            <a:off x="2500573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5" name="Google Shape;1505;p27"/>
          <p:cNvSpPr txBox="1"/>
          <p:nvPr>
            <p:ph idx="4" type="subTitle"/>
          </p:nvPr>
        </p:nvSpPr>
        <p:spPr>
          <a:xfrm>
            <a:off x="2500573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6" name="Google Shape;1506;p27"/>
          <p:cNvSpPr txBox="1"/>
          <p:nvPr>
            <p:ph idx="5" type="body"/>
          </p:nvPr>
        </p:nvSpPr>
        <p:spPr>
          <a:xfrm>
            <a:off x="479242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7" name="Google Shape;1507;p27"/>
          <p:cNvSpPr txBox="1"/>
          <p:nvPr>
            <p:ph idx="6" type="subTitle"/>
          </p:nvPr>
        </p:nvSpPr>
        <p:spPr>
          <a:xfrm>
            <a:off x="479242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8" name="Google Shape;1508;p27"/>
          <p:cNvSpPr txBox="1"/>
          <p:nvPr>
            <p:ph idx="7" type="body"/>
          </p:nvPr>
        </p:nvSpPr>
        <p:spPr>
          <a:xfrm>
            <a:off x="708427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9" name="Google Shape;1509;p27"/>
          <p:cNvSpPr txBox="1"/>
          <p:nvPr>
            <p:ph idx="8" type="subTitle"/>
          </p:nvPr>
        </p:nvSpPr>
        <p:spPr>
          <a:xfrm>
            <a:off x="708427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0" name="Google Shape;1510;p2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1_1_1_1_1_1_1_1_2_1_1_1_1_1_1_1_1_1_1_1_1_1_1_1"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13" name="Google Shape;1513;p2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14" name="Google Shape;1514;p2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5" name="Google Shape;1515;p2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6" name="Google Shape;1516;p2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7" name="Google Shape;1517;p2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8" name="Google Shape;1518;p2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9" name="Google Shape;1519;p2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0" name="Google Shape;1520;p2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1" name="Google Shape;1521;p2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2" name="Google Shape;1522;p2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3" name="Google Shape;1523;p2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4" name="Google Shape;1524;p2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5" name="Google Shape;1525;p2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6" name="Google Shape;1526;p2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7" name="Google Shape;1527;p2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8" name="Google Shape;1528;p2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9" name="Google Shape;1529;p2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0" name="Google Shape;1530;p2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1" name="Google Shape;1531;p2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2" name="Google Shape;1532;p2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3" name="Google Shape;1533;p2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4" name="Google Shape;1534;p2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5" name="Google Shape;1535;p2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6" name="Google Shape;1536;p2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7" name="Google Shape;1537;p2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8" name="Google Shape;1538;p2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9" name="Google Shape;1539;p2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0" name="Google Shape;1540;p2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1" name="Google Shape;1541;p2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2" name="Google Shape;1542;p2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3" name="Google Shape;1543;p2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4" name="Google Shape;1544;p2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5" name="Google Shape;1545;p2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6" name="Google Shape;1546;p2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7" name="Google Shape;1547;p2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8" name="Google Shape;1548;p2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9" name="Google Shape;1549;p2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0" name="Google Shape;1550;p2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1" name="Google Shape;1551;p2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2" name="Google Shape;1552;p2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3" name="Google Shape;1553;p2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4" name="Google Shape;1554;p2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5" name="Google Shape;1555;p2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6" name="Google Shape;1556;p2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7" name="Google Shape;1557;p2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8" name="Google Shape;1558;p2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9" name="Google Shape;1559;p2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0" name="Google Shape;1560;p2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1" name="Google Shape;1561;p2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2" name="Google Shape;1562;p2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3" name="Google Shape;1563;p2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4" name="Google Shape;1564;p2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5" name="Google Shape;1565;p2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6" name="Google Shape;1566;p2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7" name="Google Shape;1567;p2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8" name="Google Shape;1568;p2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9" name="Google Shape;1569;p2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0" name="Google Shape;1570;p2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1" name="Google Shape;1571;p2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2" name="Google Shape;1572;p2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73" name="Google Shape;1573;p2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2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5" name="Google Shape;1575;p28"/>
          <p:cNvSpPr/>
          <p:nvPr>
            <p:ph idx="2" type="pic"/>
          </p:nvPr>
        </p:nvSpPr>
        <p:spPr>
          <a:xfrm>
            <a:off x="213450" y="2022825"/>
            <a:ext cx="8717100" cy="28377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576" name="Google Shape;1576;p2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1_1_1_1_2_1_1_1_1_1_1_1_1_1_1_1_1_1_1_1_1"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2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79" name="Google Shape;1579;p2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80" name="Google Shape;1580;p2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7" name="Google Shape;1587;p2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8" name="Google Shape;1588;p2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9" name="Google Shape;1589;p2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0" name="Google Shape;1590;p2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1" name="Google Shape;1591;p2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2" name="Google Shape;1592;p2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3" name="Google Shape;1593;p2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4" name="Google Shape;1594;p2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5" name="Google Shape;1595;p2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6" name="Google Shape;1596;p2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7" name="Google Shape;1597;p2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8" name="Google Shape;1598;p2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9" name="Google Shape;1599;p2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0" name="Google Shape;1600;p2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1" name="Google Shape;1601;p2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2" name="Google Shape;1602;p2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3" name="Google Shape;1603;p2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4" name="Google Shape;1604;p2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5" name="Google Shape;1605;p2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6" name="Google Shape;1606;p2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7" name="Google Shape;1607;p2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8" name="Google Shape;1608;p2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9" name="Google Shape;1609;p2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0" name="Google Shape;1610;p2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1" name="Google Shape;1611;p2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2" name="Google Shape;1612;p2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3" name="Google Shape;1613;p2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4" name="Google Shape;1614;p2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5" name="Google Shape;1615;p2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6" name="Google Shape;1616;p2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7" name="Google Shape;1617;p2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8" name="Google Shape;1618;p2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9" name="Google Shape;1619;p2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0" name="Google Shape;1620;p2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1" name="Google Shape;1621;p2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2" name="Google Shape;1622;p2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3" name="Google Shape;1623;p2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4" name="Google Shape;1624;p2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5" name="Google Shape;1625;p2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6" name="Google Shape;1626;p2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7" name="Google Shape;1627;p2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8" name="Google Shape;1628;p2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9" name="Google Shape;1629;p2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0" name="Google Shape;1630;p2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1" name="Google Shape;1631;p2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2" name="Google Shape;1632;p2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3" name="Google Shape;1633;p2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4" name="Google Shape;1634;p2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5" name="Google Shape;1635;p2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6" name="Google Shape;1636;p2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7" name="Google Shape;1637;p2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8" name="Google Shape;1638;p2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39" name="Google Shape;1639;p2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29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1" name="Google Shape;1641;p29"/>
          <p:cNvSpPr txBox="1"/>
          <p:nvPr>
            <p:ph idx="1" type="body"/>
          </p:nvPr>
        </p:nvSpPr>
        <p:spPr>
          <a:xfrm>
            <a:off x="11736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42" name="Google Shape;1642;p29"/>
          <p:cNvSpPr txBox="1"/>
          <p:nvPr>
            <p:ph idx="2" type="subTitle"/>
          </p:nvPr>
        </p:nvSpPr>
        <p:spPr>
          <a:xfrm>
            <a:off x="11736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3" name="Google Shape;1643;p29"/>
          <p:cNvSpPr txBox="1"/>
          <p:nvPr>
            <p:ph idx="3" type="body"/>
          </p:nvPr>
        </p:nvSpPr>
        <p:spPr>
          <a:xfrm>
            <a:off x="49161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44" name="Google Shape;1644;p29"/>
          <p:cNvSpPr txBox="1"/>
          <p:nvPr>
            <p:ph idx="4" type="subTitle"/>
          </p:nvPr>
        </p:nvSpPr>
        <p:spPr>
          <a:xfrm>
            <a:off x="49161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5" name="Google Shape;1645;p29"/>
          <p:cNvSpPr/>
          <p:nvPr>
            <p:ph idx="5" type="pic"/>
          </p:nvPr>
        </p:nvSpPr>
        <p:spPr>
          <a:xfrm>
            <a:off x="11736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46" name="Google Shape;1646;p29"/>
          <p:cNvSpPr/>
          <p:nvPr>
            <p:ph idx="6" type="pic"/>
          </p:nvPr>
        </p:nvSpPr>
        <p:spPr>
          <a:xfrm>
            <a:off x="49161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47" name="Google Shape;1647;p2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1_1_1_1_2_1_1_1_1_1_1_1_1_1_1_1_1_1_1_1_1_1"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3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650" name="Google Shape;1650;p3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651" name="Google Shape;1651;p3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2" name="Google Shape;1652;p3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3" name="Google Shape;1653;p3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4" name="Google Shape;1654;p3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5" name="Google Shape;1655;p3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6" name="Google Shape;1656;p3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7" name="Google Shape;1657;p3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8" name="Google Shape;1658;p3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9" name="Google Shape;1659;p3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0" name="Google Shape;1660;p3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1" name="Google Shape;1661;p3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2" name="Google Shape;1662;p3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3" name="Google Shape;1663;p3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4" name="Google Shape;1664;p3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5" name="Google Shape;1665;p3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6" name="Google Shape;1666;p3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7" name="Google Shape;1667;p3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8" name="Google Shape;1668;p3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9" name="Google Shape;1669;p3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0" name="Google Shape;1670;p3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1" name="Google Shape;1671;p3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2" name="Google Shape;1672;p3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3" name="Google Shape;1673;p3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4" name="Google Shape;1674;p3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5" name="Google Shape;1675;p3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6" name="Google Shape;1676;p3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7" name="Google Shape;1677;p3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8" name="Google Shape;1678;p3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9" name="Google Shape;1679;p3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0" name="Google Shape;1680;p3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1" name="Google Shape;1681;p3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2" name="Google Shape;1682;p3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3" name="Google Shape;1683;p3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4" name="Google Shape;1684;p3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5" name="Google Shape;1685;p3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6" name="Google Shape;1686;p3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7" name="Google Shape;1687;p3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8" name="Google Shape;1688;p3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9" name="Google Shape;1689;p3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0" name="Google Shape;1690;p3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1" name="Google Shape;1691;p3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2" name="Google Shape;1692;p3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3" name="Google Shape;1693;p3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4" name="Google Shape;1694;p3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5" name="Google Shape;1695;p3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6" name="Google Shape;1696;p3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7" name="Google Shape;1697;p3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8" name="Google Shape;1698;p3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9" name="Google Shape;1699;p3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0" name="Google Shape;1700;p3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1" name="Google Shape;1701;p3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2" name="Google Shape;1702;p3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3" name="Google Shape;1703;p3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4" name="Google Shape;1704;p3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5" name="Google Shape;1705;p3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6" name="Google Shape;1706;p3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7" name="Google Shape;1707;p3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8" name="Google Shape;1708;p3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9" name="Google Shape;1709;p3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10" name="Google Shape;1710;p3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30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2" name="Google Shape;1712;p30"/>
          <p:cNvSpPr txBox="1"/>
          <p:nvPr>
            <p:ph idx="1" type="body"/>
          </p:nvPr>
        </p:nvSpPr>
        <p:spPr>
          <a:xfrm>
            <a:off x="423750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3" name="Google Shape;1713;p30"/>
          <p:cNvSpPr txBox="1"/>
          <p:nvPr>
            <p:ph idx="2" type="subTitle"/>
          </p:nvPr>
        </p:nvSpPr>
        <p:spPr>
          <a:xfrm>
            <a:off x="423750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4" name="Google Shape;1714;p30"/>
          <p:cNvSpPr txBox="1"/>
          <p:nvPr>
            <p:ph idx="3" type="body"/>
          </p:nvPr>
        </p:nvSpPr>
        <p:spPr>
          <a:xfrm>
            <a:off x="3276074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5" name="Google Shape;1715;p30"/>
          <p:cNvSpPr txBox="1"/>
          <p:nvPr>
            <p:ph idx="4" type="subTitle"/>
          </p:nvPr>
        </p:nvSpPr>
        <p:spPr>
          <a:xfrm>
            <a:off x="327607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6" name="Google Shape;1716;p30"/>
          <p:cNvSpPr/>
          <p:nvPr>
            <p:ph idx="5" type="pic"/>
          </p:nvPr>
        </p:nvSpPr>
        <p:spPr>
          <a:xfrm>
            <a:off x="423750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17" name="Google Shape;1717;p30"/>
          <p:cNvSpPr/>
          <p:nvPr>
            <p:ph idx="6" type="pic"/>
          </p:nvPr>
        </p:nvSpPr>
        <p:spPr>
          <a:xfrm>
            <a:off x="327607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18" name="Google Shape;1718;p30"/>
          <p:cNvSpPr txBox="1"/>
          <p:nvPr>
            <p:ph idx="7" type="body"/>
          </p:nvPr>
        </p:nvSpPr>
        <p:spPr>
          <a:xfrm>
            <a:off x="6128397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9" name="Google Shape;1719;p30"/>
          <p:cNvSpPr txBox="1"/>
          <p:nvPr>
            <p:ph idx="8" type="subTitle"/>
          </p:nvPr>
        </p:nvSpPr>
        <p:spPr>
          <a:xfrm>
            <a:off x="612839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0" name="Google Shape;1720;p30"/>
          <p:cNvSpPr/>
          <p:nvPr>
            <p:ph idx="9" type="pic"/>
          </p:nvPr>
        </p:nvSpPr>
        <p:spPr>
          <a:xfrm>
            <a:off x="612839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21" name="Google Shape;1721;p3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_1_1_2_1_1_1_1_1_1_1_1_1_1_1_1_1_1_1_1_1_1"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3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24" name="Google Shape;1724;p3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25" name="Google Shape;1725;p3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6" name="Google Shape;1726;p3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7" name="Google Shape;1727;p3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8" name="Google Shape;1728;p3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9" name="Google Shape;1729;p3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0" name="Google Shape;1730;p3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1" name="Google Shape;1731;p3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2" name="Google Shape;1732;p3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3" name="Google Shape;1733;p3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4" name="Google Shape;1734;p3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5" name="Google Shape;1735;p3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6" name="Google Shape;1736;p3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7" name="Google Shape;1737;p3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8" name="Google Shape;1738;p3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9" name="Google Shape;1739;p3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0" name="Google Shape;1740;p3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1" name="Google Shape;1741;p3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2" name="Google Shape;1742;p3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3" name="Google Shape;1743;p3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4" name="Google Shape;1744;p3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5" name="Google Shape;1745;p3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6" name="Google Shape;1746;p3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7" name="Google Shape;1747;p3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8" name="Google Shape;1748;p3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9" name="Google Shape;1749;p3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0" name="Google Shape;1750;p3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1" name="Google Shape;1751;p3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2" name="Google Shape;1752;p3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3" name="Google Shape;1753;p3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4" name="Google Shape;1754;p3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5" name="Google Shape;1755;p3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6" name="Google Shape;1756;p3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7" name="Google Shape;1757;p3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8" name="Google Shape;1758;p3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9" name="Google Shape;1759;p3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0" name="Google Shape;1760;p3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1" name="Google Shape;1761;p3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2" name="Google Shape;1762;p3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3" name="Google Shape;1763;p3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4" name="Google Shape;1764;p3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5" name="Google Shape;1765;p3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6" name="Google Shape;1766;p3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7" name="Google Shape;1767;p3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8" name="Google Shape;1768;p3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9" name="Google Shape;1769;p3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0" name="Google Shape;1770;p3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1" name="Google Shape;1771;p3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2" name="Google Shape;1772;p3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3" name="Google Shape;1773;p3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4" name="Google Shape;1774;p3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5" name="Google Shape;1775;p3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6" name="Google Shape;1776;p3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7" name="Google Shape;1777;p3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8" name="Google Shape;1778;p3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9" name="Google Shape;1779;p3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0" name="Google Shape;1780;p3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1" name="Google Shape;1781;p3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2" name="Google Shape;1782;p3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3" name="Google Shape;1783;p3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84" name="Google Shape;1784;p3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31"/>
          <p:cNvSpPr/>
          <p:nvPr>
            <p:ph idx="2" type="pic"/>
          </p:nvPr>
        </p:nvSpPr>
        <p:spPr>
          <a:xfrm>
            <a:off x="436350" y="262350"/>
            <a:ext cx="8271300" cy="4618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86" name="Google Shape;1786;p3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_1_2_1_1_1_1_1_1_1_1_1_1_1_1_1_1_1_1_1_1_1"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3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89" name="Google Shape;1789;p3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90" name="Google Shape;1790;p3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1" name="Google Shape;1791;p3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2" name="Google Shape;1792;p3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3" name="Google Shape;1793;p3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4" name="Google Shape;1794;p3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5" name="Google Shape;1795;p3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6" name="Google Shape;1796;p3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7" name="Google Shape;1797;p3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8" name="Google Shape;1798;p3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9" name="Google Shape;1799;p3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0" name="Google Shape;1800;p3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1" name="Google Shape;1801;p3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2" name="Google Shape;1802;p3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3" name="Google Shape;1803;p3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4" name="Google Shape;1804;p3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5" name="Google Shape;1805;p3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6" name="Google Shape;1806;p3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7" name="Google Shape;1807;p3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8" name="Google Shape;1808;p3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9" name="Google Shape;1809;p3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0" name="Google Shape;1810;p3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1" name="Google Shape;1811;p3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2" name="Google Shape;1812;p3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3" name="Google Shape;1813;p3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4" name="Google Shape;1814;p3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5" name="Google Shape;1815;p3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6" name="Google Shape;1816;p3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7" name="Google Shape;1817;p3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8" name="Google Shape;1818;p3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9" name="Google Shape;1819;p3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0" name="Google Shape;1820;p3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1" name="Google Shape;1821;p3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2" name="Google Shape;1822;p3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3" name="Google Shape;1823;p3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4" name="Google Shape;1824;p3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5" name="Google Shape;1825;p3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6" name="Google Shape;1826;p3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7" name="Google Shape;1827;p3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8" name="Google Shape;1828;p3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9" name="Google Shape;1829;p3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0" name="Google Shape;1830;p3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1" name="Google Shape;1831;p3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2" name="Google Shape;1832;p3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3" name="Google Shape;1833;p3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4" name="Google Shape;1834;p3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5" name="Google Shape;1835;p3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6" name="Google Shape;1836;p3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7" name="Google Shape;1837;p3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8" name="Google Shape;1838;p3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9" name="Google Shape;1839;p3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0" name="Google Shape;1840;p3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1" name="Google Shape;1841;p3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2" name="Google Shape;1842;p3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3" name="Google Shape;1843;p3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4" name="Google Shape;1844;p3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5" name="Google Shape;1845;p3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6" name="Google Shape;1846;p3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7" name="Google Shape;1847;p3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8" name="Google Shape;1848;p3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49" name="Google Shape;1849;p3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32"/>
          <p:cNvSpPr txBox="1"/>
          <p:nvPr>
            <p:ph type="title"/>
          </p:nvPr>
        </p:nvSpPr>
        <p:spPr>
          <a:xfrm>
            <a:off x="208725" y="344175"/>
            <a:ext cx="8729700" cy="8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1" name="Google Shape;1851;p32"/>
          <p:cNvSpPr/>
          <p:nvPr>
            <p:ph idx="2" type="pic"/>
          </p:nvPr>
        </p:nvSpPr>
        <p:spPr>
          <a:xfrm>
            <a:off x="208725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2" name="Google Shape;1852;p32"/>
          <p:cNvSpPr/>
          <p:nvPr>
            <p:ph idx="3" type="pic"/>
          </p:nvPr>
        </p:nvSpPr>
        <p:spPr>
          <a:xfrm>
            <a:off x="3154251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3" name="Google Shape;1853;p32"/>
          <p:cNvSpPr/>
          <p:nvPr>
            <p:ph idx="4" type="pic"/>
          </p:nvPr>
        </p:nvSpPr>
        <p:spPr>
          <a:xfrm>
            <a:off x="6099777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4" name="Google Shape;1854;p32"/>
          <p:cNvSpPr/>
          <p:nvPr>
            <p:ph idx="5" type="pic"/>
          </p:nvPr>
        </p:nvSpPr>
        <p:spPr>
          <a:xfrm>
            <a:off x="208725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5" name="Google Shape;1855;p32"/>
          <p:cNvSpPr/>
          <p:nvPr>
            <p:ph idx="6" type="pic"/>
          </p:nvPr>
        </p:nvSpPr>
        <p:spPr>
          <a:xfrm>
            <a:off x="3154251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6" name="Google Shape;1856;p32"/>
          <p:cNvSpPr/>
          <p:nvPr>
            <p:ph idx="7" type="pic"/>
          </p:nvPr>
        </p:nvSpPr>
        <p:spPr>
          <a:xfrm>
            <a:off x="6099777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7" name="Google Shape;1857;p32"/>
          <p:cNvSpPr/>
          <p:nvPr>
            <p:ph idx="8" type="pic"/>
          </p:nvPr>
        </p:nvSpPr>
        <p:spPr>
          <a:xfrm>
            <a:off x="208725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8" name="Google Shape;1858;p32"/>
          <p:cNvSpPr/>
          <p:nvPr>
            <p:ph idx="9" type="pic"/>
          </p:nvPr>
        </p:nvSpPr>
        <p:spPr>
          <a:xfrm>
            <a:off x="3154251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9" name="Google Shape;1859;p32"/>
          <p:cNvSpPr/>
          <p:nvPr>
            <p:ph idx="13" type="pic"/>
          </p:nvPr>
        </p:nvSpPr>
        <p:spPr>
          <a:xfrm>
            <a:off x="6099777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60" name="Google Shape;1860;p3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57925"/>
            <a:ext cx="64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exend"/>
              <a:buNone/>
              <a:defRPr sz="4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239450" y="2823325"/>
            <a:ext cx="31458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196">
          <p15:clr>
            <a:srgbClr val="E46962"/>
          </p15:clr>
        </p15:guide>
        <p15:guide id="7" orient="horz" pos="936">
          <p15:clr>
            <a:srgbClr val="E46962"/>
          </p15:clr>
        </p15:guide>
        <p15:guide id="8" orient="horz" pos="68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33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1/2</a:t>
            </a:r>
            <a:endParaRPr/>
          </a:p>
        </p:txBody>
      </p:sp>
      <p:sp>
        <p:nvSpPr>
          <p:cNvPr id="1866" name="Google Shape;1866;p33"/>
          <p:cNvSpPr txBox="1"/>
          <p:nvPr>
            <p:ph idx="2" type="subTitle"/>
          </p:nvPr>
        </p:nvSpPr>
        <p:spPr>
          <a:xfrm>
            <a:off x="5749850" y="3008725"/>
            <a:ext cx="3238500" cy="13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Classifying Skin</a:t>
            </a: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 Lesions Through Image Classification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Sashank Yalavarthy, Erick Cohen, Marius Nwobi, Andrew Normandin</a:t>
            </a:r>
            <a:endParaRPr sz="1500"/>
          </a:p>
        </p:txBody>
      </p:sp>
      <p:sp>
        <p:nvSpPr>
          <p:cNvPr id="1867" name="Google Shape;1867;p33"/>
          <p:cNvSpPr txBox="1"/>
          <p:nvPr>
            <p:ph type="title"/>
          </p:nvPr>
        </p:nvSpPr>
        <p:spPr>
          <a:xfrm>
            <a:off x="208725" y="344175"/>
            <a:ext cx="71508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700"/>
              <a:t>DOES THIS MOLE LOOK WEIRD TO YOU?</a:t>
            </a:r>
            <a:endParaRPr sz="5700"/>
          </a:p>
        </p:txBody>
      </p:sp>
      <p:grpSp>
        <p:nvGrpSpPr>
          <p:cNvPr id="1868" name="Google Shape;1868;p33"/>
          <p:cNvGrpSpPr/>
          <p:nvPr/>
        </p:nvGrpSpPr>
        <p:grpSpPr>
          <a:xfrm>
            <a:off x="366334" y="2571650"/>
            <a:ext cx="5210945" cy="2242155"/>
            <a:chOff x="2267909" y="2831175"/>
            <a:chExt cx="4608193" cy="1982804"/>
          </a:xfrm>
        </p:grpSpPr>
        <p:grpSp>
          <p:nvGrpSpPr>
            <p:cNvPr id="1869" name="Google Shape;1869;p33"/>
            <p:cNvGrpSpPr/>
            <p:nvPr/>
          </p:nvGrpSpPr>
          <p:grpSpPr>
            <a:xfrm>
              <a:off x="2267909" y="3080044"/>
              <a:ext cx="4608193" cy="1733935"/>
              <a:chOff x="5485193" y="340487"/>
              <a:chExt cx="3462464" cy="1302829"/>
            </a:xfrm>
          </p:grpSpPr>
          <p:sp>
            <p:nvSpPr>
              <p:cNvPr id="1870" name="Google Shape;1870;p33"/>
              <p:cNvSpPr/>
              <p:nvPr/>
            </p:nvSpPr>
            <p:spPr>
              <a:xfrm>
                <a:off x="5485193" y="340487"/>
                <a:ext cx="3462464" cy="1296479"/>
              </a:xfrm>
              <a:custGeom>
                <a:rect b="b" l="l" r="r" t="t"/>
                <a:pathLst>
                  <a:path extrusionOk="0" h="1296479" w="3462464">
                    <a:moveTo>
                      <a:pt x="0" y="0"/>
                    </a:moveTo>
                    <a:lnTo>
                      <a:pt x="3462464" y="0"/>
                    </a:lnTo>
                    <a:lnTo>
                      <a:pt x="3462464" y="1296480"/>
                    </a:lnTo>
                    <a:lnTo>
                      <a:pt x="0" y="129648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1" name="Google Shape;1871;p33"/>
              <p:cNvSpPr/>
              <p:nvPr/>
            </p:nvSpPr>
            <p:spPr>
              <a:xfrm>
                <a:off x="784021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2" name="Google Shape;1872;p33"/>
              <p:cNvSpPr/>
              <p:nvPr/>
            </p:nvSpPr>
            <p:spPr>
              <a:xfrm>
                <a:off x="802481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3" name="Google Shape;1873;p33"/>
              <p:cNvSpPr/>
              <p:nvPr/>
            </p:nvSpPr>
            <p:spPr>
              <a:xfrm>
                <a:off x="820934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4" name="Google Shape;1874;p33"/>
              <p:cNvSpPr/>
              <p:nvPr/>
            </p:nvSpPr>
            <p:spPr>
              <a:xfrm>
                <a:off x="839393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5" name="Google Shape;1875;p33"/>
              <p:cNvSpPr/>
              <p:nvPr/>
            </p:nvSpPr>
            <p:spPr>
              <a:xfrm>
                <a:off x="857853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6" name="Google Shape;1876;p33"/>
              <p:cNvSpPr/>
              <p:nvPr/>
            </p:nvSpPr>
            <p:spPr>
              <a:xfrm>
                <a:off x="876306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7" name="Google Shape;1877;p33"/>
              <p:cNvSpPr/>
              <p:nvPr/>
            </p:nvSpPr>
            <p:spPr>
              <a:xfrm>
                <a:off x="675500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8" name="Google Shape;1878;p33"/>
              <p:cNvSpPr/>
              <p:nvPr/>
            </p:nvSpPr>
            <p:spPr>
              <a:xfrm>
                <a:off x="69395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9" name="Google Shape;1879;p33"/>
              <p:cNvSpPr/>
              <p:nvPr/>
            </p:nvSpPr>
            <p:spPr>
              <a:xfrm>
                <a:off x="712412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0" name="Google Shape;1880;p33"/>
              <p:cNvSpPr/>
              <p:nvPr/>
            </p:nvSpPr>
            <p:spPr>
              <a:xfrm>
                <a:off x="730872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1" name="Google Shape;1881;p33"/>
              <p:cNvSpPr/>
              <p:nvPr/>
            </p:nvSpPr>
            <p:spPr>
              <a:xfrm>
                <a:off x="749331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2" name="Google Shape;1882;p33"/>
              <p:cNvSpPr/>
              <p:nvPr/>
            </p:nvSpPr>
            <p:spPr>
              <a:xfrm>
                <a:off x="767791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3" name="Google Shape;1883;p33"/>
              <p:cNvSpPr/>
              <p:nvPr/>
            </p:nvSpPr>
            <p:spPr>
              <a:xfrm>
                <a:off x="566978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4" name="Google Shape;1884;p33"/>
              <p:cNvSpPr/>
              <p:nvPr/>
            </p:nvSpPr>
            <p:spPr>
              <a:xfrm>
                <a:off x="585438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5" name="Google Shape;1885;p33"/>
              <p:cNvSpPr/>
              <p:nvPr/>
            </p:nvSpPr>
            <p:spPr>
              <a:xfrm>
                <a:off x="603897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6" name="Google Shape;1886;p33"/>
              <p:cNvSpPr/>
              <p:nvPr/>
            </p:nvSpPr>
            <p:spPr>
              <a:xfrm>
                <a:off x="622350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7" name="Google Shape;1887;p33"/>
              <p:cNvSpPr/>
              <p:nvPr/>
            </p:nvSpPr>
            <p:spPr>
              <a:xfrm>
                <a:off x="640810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8" name="Google Shape;1888;p33"/>
              <p:cNvSpPr/>
              <p:nvPr/>
            </p:nvSpPr>
            <p:spPr>
              <a:xfrm>
                <a:off x="65926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9" name="Google Shape;1889;p33"/>
              <p:cNvSpPr/>
              <p:nvPr/>
            </p:nvSpPr>
            <p:spPr>
              <a:xfrm>
                <a:off x="5485193" y="525653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0" name="Google Shape;1890;p33"/>
              <p:cNvSpPr/>
              <p:nvPr/>
            </p:nvSpPr>
            <p:spPr>
              <a:xfrm>
                <a:off x="5485193" y="145173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1" name="Google Shape;1891;p33"/>
              <p:cNvSpPr/>
              <p:nvPr/>
            </p:nvSpPr>
            <p:spPr>
              <a:xfrm>
                <a:off x="5485193" y="1636966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2" name="Google Shape;1892;p33"/>
              <p:cNvSpPr/>
              <p:nvPr/>
            </p:nvSpPr>
            <p:spPr>
              <a:xfrm>
                <a:off x="5485193" y="126650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3" name="Google Shape;1893;p33"/>
              <p:cNvSpPr/>
              <p:nvPr/>
            </p:nvSpPr>
            <p:spPr>
              <a:xfrm>
                <a:off x="5485193" y="1081278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4" name="Google Shape;1894;p33"/>
              <p:cNvSpPr/>
              <p:nvPr/>
            </p:nvSpPr>
            <p:spPr>
              <a:xfrm>
                <a:off x="5485193" y="89611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5" name="Google Shape;1895;p33"/>
              <p:cNvSpPr/>
              <p:nvPr/>
            </p:nvSpPr>
            <p:spPr>
              <a:xfrm>
                <a:off x="5485193" y="71088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1896" name="Google Shape;1896;p33"/>
            <p:cNvSpPr/>
            <p:nvPr/>
          </p:nvSpPr>
          <p:spPr>
            <a:xfrm>
              <a:off x="2764500" y="3326025"/>
              <a:ext cx="1195167" cy="737592"/>
            </a:xfrm>
            <a:custGeom>
              <a:rect b="b" l="l" r="r" t="t"/>
              <a:pathLst>
                <a:path extrusionOk="0" h="555625" w="922909">
                  <a:moveTo>
                    <a:pt x="0" y="0"/>
                  </a:moveTo>
                  <a:lnTo>
                    <a:pt x="922909" y="0"/>
                  </a:lnTo>
                  <a:lnTo>
                    <a:pt x="922909" y="555625"/>
                  </a:lnTo>
                  <a:lnTo>
                    <a:pt x="0" y="555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7" name="Google Shape;1897;p33"/>
            <p:cNvSpPr/>
            <p:nvPr/>
          </p:nvSpPr>
          <p:spPr>
            <a:xfrm>
              <a:off x="5406200" y="2831175"/>
              <a:ext cx="974139" cy="985252"/>
            </a:xfrm>
            <a:custGeom>
              <a:rect b="b" l="l" r="r" t="t"/>
              <a:pathLst>
                <a:path extrusionOk="0" h="740791" w="740790">
                  <a:moveTo>
                    <a:pt x="740791" y="370395"/>
                  </a:moveTo>
                  <a:cubicBezTo>
                    <a:pt x="740791" y="574959"/>
                    <a:pt x="574959" y="740791"/>
                    <a:pt x="370396" y="740791"/>
                  </a:cubicBezTo>
                  <a:cubicBezTo>
                    <a:pt x="165832" y="740791"/>
                    <a:pt x="0" y="574959"/>
                    <a:pt x="0" y="370395"/>
                  </a:cubicBezTo>
                  <a:cubicBezTo>
                    <a:pt x="0" y="165832"/>
                    <a:pt x="165832" y="0"/>
                    <a:pt x="370396" y="0"/>
                  </a:cubicBezTo>
                  <a:cubicBezTo>
                    <a:pt x="574959" y="0"/>
                    <a:pt x="740791" y="165832"/>
                    <a:pt x="740791" y="3703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8" name="Google Shape;1898;p33"/>
            <p:cNvSpPr/>
            <p:nvPr/>
          </p:nvSpPr>
          <p:spPr>
            <a:xfrm>
              <a:off x="4203775" y="3816425"/>
              <a:ext cx="736446" cy="738062"/>
            </a:xfrm>
            <a:custGeom>
              <a:rect b="b" l="l" r="r" t="t"/>
              <a:pathLst>
                <a:path extrusionOk="0" h="581151" w="553719">
                  <a:moveTo>
                    <a:pt x="553720" y="581152"/>
                  </a:moveTo>
                  <a:lnTo>
                    <a:pt x="0" y="581152"/>
                  </a:lnTo>
                  <a:lnTo>
                    <a:pt x="0" y="0"/>
                  </a:lnTo>
                  <a:lnTo>
                    <a:pt x="553720" y="5811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34"/>
          <p:cNvSpPr txBox="1"/>
          <p:nvPr>
            <p:ph type="title"/>
          </p:nvPr>
        </p:nvSpPr>
        <p:spPr>
          <a:xfrm>
            <a:off x="167325" y="817588"/>
            <a:ext cx="50160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The Dataset</a:t>
            </a:r>
            <a:endParaRPr sz="4300"/>
          </a:p>
        </p:txBody>
      </p:sp>
      <p:sp>
        <p:nvSpPr>
          <p:cNvPr id="1904" name="Google Shape;1904;p34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34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6" name="Google Shape;1906;p34"/>
          <p:cNvSpPr txBox="1"/>
          <p:nvPr>
            <p:ph idx="3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7" name="Google Shape;1907;p34" title="Figure_3.png"/>
          <p:cNvPicPr preferRelativeResize="0"/>
          <p:nvPr/>
        </p:nvPicPr>
        <p:blipFill rotWithShape="1">
          <a:blip r:embed="rId3">
            <a:alphaModFix/>
          </a:blip>
          <a:srcRect b="30045" l="8980" r="7323" t="28334"/>
          <a:stretch/>
        </p:blipFill>
        <p:spPr>
          <a:xfrm>
            <a:off x="3656350" y="548100"/>
            <a:ext cx="5433626" cy="13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8" name="Google Shape;1908;p34"/>
          <p:cNvSpPr/>
          <p:nvPr/>
        </p:nvSpPr>
        <p:spPr>
          <a:xfrm>
            <a:off x="167325" y="2128250"/>
            <a:ext cx="8766600" cy="27012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9" name="Google Shape;1909;p34"/>
          <p:cNvGrpSpPr/>
          <p:nvPr/>
        </p:nvGrpSpPr>
        <p:grpSpPr>
          <a:xfrm>
            <a:off x="311700" y="2216582"/>
            <a:ext cx="277873" cy="68400"/>
            <a:chOff x="411700" y="2420932"/>
            <a:chExt cx="277873" cy="68400"/>
          </a:xfrm>
        </p:grpSpPr>
        <p:sp>
          <p:nvSpPr>
            <p:cNvPr id="1910" name="Google Shape;1910;p34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34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34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3" name="Google Shape;1913;p34"/>
          <p:cNvSpPr txBox="1"/>
          <p:nvPr>
            <p:ph idx="4294967295" type="subTitle"/>
          </p:nvPr>
        </p:nvSpPr>
        <p:spPr>
          <a:xfrm>
            <a:off x="349700" y="2284975"/>
            <a:ext cx="3736200" cy="24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HAM10000 (Human against the machine) contains 10,015 images of pigmented skin lesions.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There are 7 total classes: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3 cancerous classes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4 benign classes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4" name="Google Shape;1914;p34"/>
          <p:cNvSpPr txBox="1"/>
          <p:nvPr>
            <p:ph idx="4294967295" type="subTitle"/>
          </p:nvPr>
        </p:nvSpPr>
        <p:spPr>
          <a:xfrm>
            <a:off x="4751063" y="2284975"/>
            <a:ext cx="3736200" cy="24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Train-test-val split: </a:t>
            </a:r>
            <a:r>
              <a:rPr b="1" lang="en" sz="1900">
                <a:latin typeface="Lexend"/>
                <a:ea typeface="Lexend"/>
                <a:cs typeface="Lexend"/>
                <a:sym typeface="Lexend"/>
              </a:rPr>
              <a:t>70-15-15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Pre-processing: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Resize to 224x224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Flip Image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Normalize with mean = 0.5, stddev = 0.5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35"/>
          <p:cNvSpPr/>
          <p:nvPr/>
        </p:nvSpPr>
        <p:spPr>
          <a:xfrm>
            <a:off x="357202" y="1355246"/>
            <a:ext cx="8437500" cy="35211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35"/>
          <p:cNvSpPr/>
          <p:nvPr/>
        </p:nvSpPr>
        <p:spPr>
          <a:xfrm>
            <a:off x="4818650" y="1762275"/>
            <a:ext cx="1169700" cy="1256100"/>
          </a:xfrm>
          <a:prstGeom prst="roundRect">
            <a:avLst>
              <a:gd fmla="val 472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35"/>
          <p:cNvSpPr/>
          <p:nvPr/>
        </p:nvSpPr>
        <p:spPr>
          <a:xfrm>
            <a:off x="503200" y="1762275"/>
            <a:ext cx="1169700" cy="1256100"/>
          </a:xfrm>
          <a:prstGeom prst="roundRect">
            <a:avLst>
              <a:gd fmla="val 4721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2" name="Google Shape;1922;p35"/>
          <p:cNvGrpSpPr/>
          <p:nvPr/>
        </p:nvGrpSpPr>
        <p:grpSpPr>
          <a:xfrm>
            <a:off x="427350" y="1434150"/>
            <a:ext cx="277873" cy="68400"/>
            <a:chOff x="520925" y="1460325"/>
            <a:chExt cx="277873" cy="68400"/>
          </a:xfrm>
        </p:grpSpPr>
        <p:sp>
          <p:nvSpPr>
            <p:cNvPr id="1923" name="Google Shape;1923;p35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35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35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6" name="Google Shape;1926;p35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Name</a:t>
            </a:r>
            <a:endParaRPr/>
          </a:p>
        </p:txBody>
      </p:sp>
      <p:sp>
        <p:nvSpPr>
          <p:cNvPr id="1927" name="Google Shape;1927;p35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35"/>
          <p:cNvSpPr txBox="1"/>
          <p:nvPr>
            <p:ph type="title"/>
          </p:nvPr>
        </p:nvSpPr>
        <p:spPr>
          <a:xfrm>
            <a:off x="209775" y="468575"/>
            <a:ext cx="88200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Skin Lesion Class Imbalance</a:t>
            </a:r>
            <a:endParaRPr/>
          </a:p>
        </p:txBody>
      </p:sp>
      <p:sp>
        <p:nvSpPr>
          <p:cNvPr id="1929" name="Google Shape;1929;p35"/>
          <p:cNvSpPr txBox="1"/>
          <p:nvPr/>
        </p:nvSpPr>
        <p:spPr>
          <a:xfrm>
            <a:off x="503201" y="1901881"/>
            <a:ext cx="116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Actinic Keratosis</a:t>
            </a:r>
            <a:endParaRPr sz="11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30" name="Google Shape;1930;p35"/>
          <p:cNvSpPr txBox="1"/>
          <p:nvPr/>
        </p:nvSpPr>
        <p:spPr>
          <a:xfrm>
            <a:off x="4699500" y="1914675"/>
            <a:ext cx="143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Benign Keratosis</a:t>
            </a:r>
            <a:endParaRPr sz="11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31" name="Google Shape;1931;p35"/>
          <p:cNvSpPr txBox="1"/>
          <p:nvPr/>
        </p:nvSpPr>
        <p:spPr>
          <a:xfrm>
            <a:off x="584838" y="2377609"/>
            <a:ext cx="1006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Akiec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327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32" name="Google Shape;1932;p35"/>
          <p:cNvSpPr txBox="1"/>
          <p:nvPr/>
        </p:nvSpPr>
        <p:spPr>
          <a:xfrm>
            <a:off x="5051400" y="2268675"/>
            <a:ext cx="72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Bkl</a:t>
            </a:r>
            <a:endParaRPr b="1"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1099</a:t>
            </a:r>
            <a:endParaRPr b="1"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3" name="Google Shape;1933;p35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35"/>
          <p:cNvSpPr/>
          <p:nvPr/>
        </p:nvSpPr>
        <p:spPr>
          <a:xfrm>
            <a:off x="1798600" y="1762275"/>
            <a:ext cx="1169700" cy="1256100"/>
          </a:xfrm>
          <a:prstGeom prst="roundRect">
            <a:avLst>
              <a:gd fmla="val 4721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35"/>
          <p:cNvSpPr txBox="1"/>
          <p:nvPr/>
        </p:nvSpPr>
        <p:spPr>
          <a:xfrm>
            <a:off x="1798601" y="1901881"/>
            <a:ext cx="116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Basal Cell </a:t>
            </a:r>
            <a:r>
              <a:rPr lang="en" sz="11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Carcinoma</a:t>
            </a:r>
            <a:endParaRPr sz="11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36" name="Google Shape;1936;p35"/>
          <p:cNvSpPr txBox="1"/>
          <p:nvPr/>
        </p:nvSpPr>
        <p:spPr>
          <a:xfrm>
            <a:off x="1880188" y="2340484"/>
            <a:ext cx="1006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Bcc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514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37" name="Google Shape;1937;p35"/>
          <p:cNvSpPr/>
          <p:nvPr/>
        </p:nvSpPr>
        <p:spPr>
          <a:xfrm>
            <a:off x="3094000" y="1762275"/>
            <a:ext cx="1169700" cy="1256100"/>
          </a:xfrm>
          <a:prstGeom prst="roundRect">
            <a:avLst>
              <a:gd fmla="val 4721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35"/>
          <p:cNvSpPr txBox="1"/>
          <p:nvPr/>
        </p:nvSpPr>
        <p:spPr>
          <a:xfrm>
            <a:off x="3094001" y="1986481"/>
            <a:ext cx="116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Melanoma</a:t>
            </a:r>
            <a:endParaRPr sz="11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39" name="Google Shape;1939;p35"/>
          <p:cNvSpPr txBox="1"/>
          <p:nvPr/>
        </p:nvSpPr>
        <p:spPr>
          <a:xfrm>
            <a:off x="3175538" y="2340484"/>
            <a:ext cx="1006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Mel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1113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0" name="Google Shape;1940;p35"/>
          <p:cNvSpPr/>
          <p:nvPr/>
        </p:nvSpPr>
        <p:spPr>
          <a:xfrm>
            <a:off x="6190250" y="1762275"/>
            <a:ext cx="1169700" cy="1256100"/>
          </a:xfrm>
          <a:prstGeom prst="roundRect">
            <a:avLst>
              <a:gd fmla="val 472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35"/>
          <p:cNvSpPr txBox="1"/>
          <p:nvPr/>
        </p:nvSpPr>
        <p:spPr>
          <a:xfrm>
            <a:off x="6071100" y="1914675"/>
            <a:ext cx="143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Dermatofibroma</a:t>
            </a:r>
            <a:endParaRPr sz="11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42" name="Google Shape;1942;p35"/>
          <p:cNvSpPr txBox="1"/>
          <p:nvPr/>
        </p:nvSpPr>
        <p:spPr>
          <a:xfrm>
            <a:off x="6423000" y="2268675"/>
            <a:ext cx="72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Df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115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43" name="Google Shape;1943;p35"/>
          <p:cNvSpPr/>
          <p:nvPr/>
        </p:nvSpPr>
        <p:spPr>
          <a:xfrm>
            <a:off x="4818650" y="3210075"/>
            <a:ext cx="1169700" cy="1256100"/>
          </a:xfrm>
          <a:prstGeom prst="roundRect">
            <a:avLst>
              <a:gd fmla="val 472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35"/>
          <p:cNvSpPr txBox="1"/>
          <p:nvPr/>
        </p:nvSpPr>
        <p:spPr>
          <a:xfrm>
            <a:off x="4775700" y="3362475"/>
            <a:ext cx="116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Melanocytic Nevi</a:t>
            </a:r>
            <a:endParaRPr sz="11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45" name="Google Shape;1945;p35"/>
          <p:cNvSpPr txBox="1"/>
          <p:nvPr/>
        </p:nvSpPr>
        <p:spPr>
          <a:xfrm>
            <a:off x="5051400" y="3819675"/>
            <a:ext cx="72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Nv</a:t>
            </a:r>
            <a:endParaRPr b="1"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6705</a:t>
            </a:r>
            <a:endParaRPr b="1"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6" name="Google Shape;1946;p35"/>
          <p:cNvSpPr/>
          <p:nvPr/>
        </p:nvSpPr>
        <p:spPr>
          <a:xfrm>
            <a:off x="6190250" y="3210075"/>
            <a:ext cx="1169700" cy="1256100"/>
          </a:xfrm>
          <a:prstGeom prst="roundRect">
            <a:avLst>
              <a:gd fmla="val 472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35"/>
          <p:cNvSpPr txBox="1"/>
          <p:nvPr/>
        </p:nvSpPr>
        <p:spPr>
          <a:xfrm>
            <a:off x="6071100" y="3362475"/>
            <a:ext cx="143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Vascular Skin Lesion</a:t>
            </a:r>
            <a:endParaRPr sz="11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48" name="Google Shape;1948;p35"/>
          <p:cNvSpPr txBox="1"/>
          <p:nvPr/>
        </p:nvSpPr>
        <p:spPr>
          <a:xfrm>
            <a:off x="6423000" y="3850575"/>
            <a:ext cx="72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Vasc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142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36"/>
          <p:cNvSpPr txBox="1"/>
          <p:nvPr>
            <p:ph type="title"/>
          </p:nvPr>
        </p:nvSpPr>
        <p:spPr>
          <a:xfrm>
            <a:off x="209775" y="468575"/>
            <a:ext cx="50160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Approaches</a:t>
            </a:r>
            <a:endParaRPr/>
          </a:p>
        </p:txBody>
      </p:sp>
      <p:sp>
        <p:nvSpPr>
          <p:cNvPr id="1954" name="Google Shape;1954;p36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36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36"/>
          <p:cNvSpPr txBox="1"/>
          <p:nvPr>
            <p:ph idx="3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36"/>
          <p:cNvSpPr/>
          <p:nvPr/>
        </p:nvSpPr>
        <p:spPr>
          <a:xfrm>
            <a:off x="189000" y="1634825"/>
            <a:ext cx="8766000" cy="26103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8" name="Google Shape;1958;p36"/>
          <p:cNvGrpSpPr/>
          <p:nvPr/>
        </p:nvGrpSpPr>
        <p:grpSpPr>
          <a:xfrm>
            <a:off x="333375" y="1723157"/>
            <a:ext cx="277873" cy="68400"/>
            <a:chOff x="411700" y="2420932"/>
            <a:chExt cx="277873" cy="68400"/>
          </a:xfrm>
        </p:grpSpPr>
        <p:sp>
          <p:nvSpPr>
            <p:cNvPr id="1959" name="Google Shape;1959;p36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36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36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2" name="Google Shape;1962;p36"/>
          <p:cNvSpPr txBox="1"/>
          <p:nvPr>
            <p:ph idx="4294967295" type="subTitle"/>
          </p:nvPr>
        </p:nvSpPr>
        <p:spPr>
          <a:xfrm>
            <a:off x="371375" y="1843925"/>
            <a:ext cx="4428300" cy="24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Baseline</a:t>
            </a:r>
            <a:r>
              <a:rPr lang="en" sz="1800"/>
              <a:t>: Simple CNN Classifier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3 Conv2D Layers:                     3 -&gt; 32 -&gt; 64 -&gt; 128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MaxPool2D Layer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Dropout Layer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Classifier Head</a:t>
            </a:r>
            <a:endParaRPr sz="1800"/>
          </a:p>
        </p:txBody>
      </p:sp>
      <p:sp>
        <p:nvSpPr>
          <p:cNvPr id="1963" name="Google Shape;1963;p36"/>
          <p:cNvSpPr txBox="1"/>
          <p:nvPr>
            <p:ph idx="4294967295" type="subTitle"/>
          </p:nvPr>
        </p:nvSpPr>
        <p:spPr>
          <a:xfrm>
            <a:off x="4751075" y="1723150"/>
            <a:ext cx="3736200" cy="26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EfficientNet-</a:t>
            </a:r>
            <a:r>
              <a:rPr b="1" lang="en" sz="1900">
                <a:latin typeface="Lexend"/>
                <a:ea typeface="Lexend"/>
                <a:cs typeface="Lexend"/>
                <a:sym typeface="Lexend"/>
              </a:rPr>
              <a:t>B0</a:t>
            </a:r>
            <a:r>
              <a:rPr lang="en" sz="1900"/>
              <a:t> + Classifier Head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EfficientNet-</a:t>
            </a:r>
            <a:r>
              <a:rPr b="1" lang="en" sz="1900">
                <a:latin typeface="Lexend"/>
                <a:ea typeface="Lexend"/>
                <a:cs typeface="Lexend"/>
                <a:sym typeface="Lexend"/>
              </a:rPr>
              <a:t>B4</a:t>
            </a:r>
            <a:r>
              <a:rPr lang="en" sz="1900"/>
              <a:t> + Classifier Head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ResNet-</a:t>
            </a:r>
            <a:r>
              <a:rPr b="1" lang="en" sz="1900">
                <a:latin typeface="Lexend"/>
                <a:ea typeface="Lexend"/>
                <a:cs typeface="Lexend"/>
                <a:sym typeface="Lexend"/>
              </a:rPr>
              <a:t>18</a:t>
            </a:r>
            <a:r>
              <a:rPr lang="en" sz="1900"/>
              <a:t> + Classifier Head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37"/>
          <p:cNvSpPr txBox="1"/>
          <p:nvPr>
            <p:ph type="title"/>
          </p:nvPr>
        </p:nvSpPr>
        <p:spPr>
          <a:xfrm>
            <a:off x="114300" y="368388"/>
            <a:ext cx="50160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EfficientNet</a:t>
            </a:r>
            <a:endParaRPr/>
          </a:p>
        </p:txBody>
      </p:sp>
      <p:sp>
        <p:nvSpPr>
          <p:cNvPr id="1969" name="Google Shape;1969;p37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37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37"/>
          <p:cNvSpPr txBox="1"/>
          <p:nvPr>
            <p:ph idx="3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2" name="Google Shape;1972;p37" title="Screenshot 2025-04-22 at 4.51.1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7541" y="2717325"/>
            <a:ext cx="5210527" cy="2101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3" name="Google Shape;1973;p37" title="Screenshot 2025-04-22 at 4.51.4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38601"/>
            <a:ext cx="4436074" cy="21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4" name="Google Shape;1974;p37"/>
          <p:cNvSpPr/>
          <p:nvPr/>
        </p:nvSpPr>
        <p:spPr>
          <a:xfrm>
            <a:off x="167325" y="1318175"/>
            <a:ext cx="3474300" cy="35712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37"/>
          <p:cNvSpPr txBox="1"/>
          <p:nvPr>
            <p:ph idx="4294967295" type="subTitle"/>
          </p:nvPr>
        </p:nvSpPr>
        <p:spPr>
          <a:xfrm>
            <a:off x="167325" y="1318200"/>
            <a:ext cx="3354000" cy="31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CNN </a:t>
            </a:r>
            <a:r>
              <a:rPr lang="en" sz="1400"/>
              <a:t>architectures</a:t>
            </a:r>
            <a:r>
              <a:rPr lang="en" sz="1400"/>
              <a:t> have 3 important dimensions: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Width, Depth and Resolution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paper uniformly scales all 3 dimensions, using a highly effective </a:t>
            </a:r>
            <a:r>
              <a:rPr b="1" lang="en" sz="1400">
                <a:latin typeface="Lexend"/>
                <a:ea typeface="Lexend"/>
                <a:cs typeface="Lexend"/>
                <a:sym typeface="Lexend"/>
              </a:rPr>
              <a:t>compound coefficient</a:t>
            </a:r>
            <a:endParaRPr b="1"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Uses neural architecture search to design a baseline network and scale it up. This is the EfficientNet family of models.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38"/>
          <p:cNvSpPr txBox="1"/>
          <p:nvPr>
            <p:ph type="title"/>
          </p:nvPr>
        </p:nvSpPr>
        <p:spPr>
          <a:xfrm>
            <a:off x="-36525" y="480150"/>
            <a:ext cx="18642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Results</a:t>
            </a:r>
            <a:endParaRPr sz="3700"/>
          </a:p>
        </p:txBody>
      </p:sp>
      <p:graphicFrame>
        <p:nvGraphicFramePr>
          <p:cNvPr id="1981" name="Google Shape;1981;p38"/>
          <p:cNvGraphicFramePr/>
          <p:nvPr/>
        </p:nvGraphicFramePr>
        <p:xfrm>
          <a:off x="649325" y="148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{BECEC0F5-5BF3-42DB-893B-46AE5A7B5982}</a:tableStyleId>
              </a:tblPr>
              <a:tblGrid>
                <a:gridCol w="1648650"/>
                <a:gridCol w="1126575"/>
                <a:gridCol w="1202925"/>
                <a:gridCol w="855800"/>
                <a:gridCol w="1071525"/>
                <a:gridCol w="862275"/>
                <a:gridCol w="920875"/>
              </a:tblGrid>
              <a:tr h="83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Model</a:t>
                      </a:r>
                      <a:endParaRPr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 Accuracy</a:t>
                      </a:r>
                      <a:endParaRPr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Val. Accuracy</a:t>
                      </a:r>
                      <a:endParaRPr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 Loss</a:t>
                      </a:r>
                      <a:endParaRPr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Val. Loss</a:t>
                      </a:r>
                      <a:endParaRPr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Test</a:t>
                      </a:r>
                      <a:endParaRPr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Acc</a:t>
                      </a:r>
                      <a:endParaRPr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Test Loss</a:t>
                      </a:r>
                      <a:endParaRPr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ResNet-18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80.63%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77.78%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0.5461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0.6129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78.43%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0.6189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542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EfficientNet-B0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83.59%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79.44%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0.4601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0.5871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78.03%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0.6033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741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EfficientNet-B4 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77.99%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75.58%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0.6139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0.6959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76.36%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0.6680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39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39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39"/>
          <p:cNvSpPr txBox="1"/>
          <p:nvPr>
            <p:ph idx="3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39"/>
          <p:cNvSpPr txBox="1"/>
          <p:nvPr/>
        </p:nvSpPr>
        <p:spPr>
          <a:xfrm>
            <a:off x="654475" y="609900"/>
            <a:ext cx="2922900" cy="8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ResNet-18</a:t>
            </a:r>
            <a:endParaRPr b="1" sz="3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0" name="Google Shape;199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21" y="1588804"/>
            <a:ext cx="7515099" cy="313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40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40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40"/>
          <p:cNvSpPr txBox="1"/>
          <p:nvPr>
            <p:ph idx="3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8" name="Google Shape;199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675" y="1371600"/>
            <a:ext cx="7761849" cy="32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9" name="Google Shape;1999;p40"/>
          <p:cNvSpPr txBox="1"/>
          <p:nvPr/>
        </p:nvSpPr>
        <p:spPr>
          <a:xfrm>
            <a:off x="453675" y="666600"/>
            <a:ext cx="35988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EfficientNet-B0</a:t>
            </a:r>
            <a:endParaRPr b="1" sz="3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41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41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41"/>
          <p:cNvSpPr txBox="1"/>
          <p:nvPr>
            <p:ph idx="3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7" name="Google Shape;200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475" y="1371600"/>
            <a:ext cx="7998474" cy="333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8" name="Google Shape;2008;p41"/>
          <p:cNvSpPr txBox="1"/>
          <p:nvPr/>
        </p:nvSpPr>
        <p:spPr>
          <a:xfrm>
            <a:off x="432075" y="520200"/>
            <a:ext cx="4140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EfficientNet-B4</a:t>
            </a:r>
            <a:endParaRPr b="1" sz="3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42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1/2</a:t>
            </a:r>
            <a:endParaRPr/>
          </a:p>
        </p:txBody>
      </p:sp>
      <p:sp>
        <p:nvSpPr>
          <p:cNvPr id="2014" name="Google Shape;2014;p42"/>
          <p:cNvSpPr txBox="1"/>
          <p:nvPr>
            <p:ph idx="2" type="subTitle"/>
          </p:nvPr>
        </p:nvSpPr>
        <p:spPr>
          <a:xfrm>
            <a:off x="5749850" y="3008725"/>
            <a:ext cx="3238500" cy="13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Classifying Skin Lesions Through Image Classification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Sashank Yalavarthy, Erick Cohen, Marius Nwobi, Andrew Normandin</a:t>
            </a:r>
            <a:endParaRPr sz="1500"/>
          </a:p>
        </p:txBody>
      </p:sp>
      <p:sp>
        <p:nvSpPr>
          <p:cNvPr id="2015" name="Google Shape;2015;p42"/>
          <p:cNvSpPr txBox="1"/>
          <p:nvPr>
            <p:ph type="title"/>
          </p:nvPr>
        </p:nvSpPr>
        <p:spPr>
          <a:xfrm>
            <a:off x="208725" y="986825"/>
            <a:ext cx="7150800" cy="15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700"/>
              <a:t>THANK YOU!</a:t>
            </a:r>
            <a:endParaRPr sz="5700"/>
          </a:p>
        </p:txBody>
      </p:sp>
      <p:grpSp>
        <p:nvGrpSpPr>
          <p:cNvPr id="2016" name="Google Shape;2016;p42"/>
          <p:cNvGrpSpPr/>
          <p:nvPr/>
        </p:nvGrpSpPr>
        <p:grpSpPr>
          <a:xfrm>
            <a:off x="366334" y="2571650"/>
            <a:ext cx="5210945" cy="2242155"/>
            <a:chOff x="2267909" y="2831175"/>
            <a:chExt cx="4608193" cy="1982804"/>
          </a:xfrm>
        </p:grpSpPr>
        <p:grpSp>
          <p:nvGrpSpPr>
            <p:cNvPr id="2017" name="Google Shape;2017;p42"/>
            <p:cNvGrpSpPr/>
            <p:nvPr/>
          </p:nvGrpSpPr>
          <p:grpSpPr>
            <a:xfrm>
              <a:off x="2267909" y="3080044"/>
              <a:ext cx="4608193" cy="1733935"/>
              <a:chOff x="5485193" y="340487"/>
              <a:chExt cx="3462464" cy="1302829"/>
            </a:xfrm>
          </p:grpSpPr>
          <p:sp>
            <p:nvSpPr>
              <p:cNvPr id="2018" name="Google Shape;2018;p42"/>
              <p:cNvSpPr/>
              <p:nvPr/>
            </p:nvSpPr>
            <p:spPr>
              <a:xfrm>
                <a:off x="5485193" y="340487"/>
                <a:ext cx="3462464" cy="1296479"/>
              </a:xfrm>
              <a:custGeom>
                <a:rect b="b" l="l" r="r" t="t"/>
                <a:pathLst>
                  <a:path extrusionOk="0" h="1296479" w="3462464">
                    <a:moveTo>
                      <a:pt x="0" y="0"/>
                    </a:moveTo>
                    <a:lnTo>
                      <a:pt x="3462464" y="0"/>
                    </a:lnTo>
                    <a:lnTo>
                      <a:pt x="3462464" y="1296480"/>
                    </a:lnTo>
                    <a:lnTo>
                      <a:pt x="0" y="129648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19" name="Google Shape;2019;p42"/>
              <p:cNvSpPr/>
              <p:nvPr/>
            </p:nvSpPr>
            <p:spPr>
              <a:xfrm>
                <a:off x="784021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20" name="Google Shape;2020;p42"/>
              <p:cNvSpPr/>
              <p:nvPr/>
            </p:nvSpPr>
            <p:spPr>
              <a:xfrm>
                <a:off x="802481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21" name="Google Shape;2021;p42"/>
              <p:cNvSpPr/>
              <p:nvPr/>
            </p:nvSpPr>
            <p:spPr>
              <a:xfrm>
                <a:off x="820934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22" name="Google Shape;2022;p42"/>
              <p:cNvSpPr/>
              <p:nvPr/>
            </p:nvSpPr>
            <p:spPr>
              <a:xfrm>
                <a:off x="839393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23" name="Google Shape;2023;p42"/>
              <p:cNvSpPr/>
              <p:nvPr/>
            </p:nvSpPr>
            <p:spPr>
              <a:xfrm>
                <a:off x="857853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24" name="Google Shape;2024;p42"/>
              <p:cNvSpPr/>
              <p:nvPr/>
            </p:nvSpPr>
            <p:spPr>
              <a:xfrm>
                <a:off x="876306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25" name="Google Shape;2025;p42"/>
              <p:cNvSpPr/>
              <p:nvPr/>
            </p:nvSpPr>
            <p:spPr>
              <a:xfrm>
                <a:off x="675500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26" name="Google Shape;2026;p42"/>
              <p:cNvSpPr/>
              <p:nvPr/>
            </p:nvSpPr>
            <p:spPr>
              <a:xfrm>
                <a:off x="69395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27" name="Google Shape;2027;p42"/>
              <p:cNvSpPr/>
              <p:nvPr/>
            </p:nvSpPr>
            <p:spPr>
              <a:xfrm>
                <a:off x="712412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28" name="Google Shape;2028;p42"/>
              <p:cNvSpPr/>
              <p:nvPr/>
            </p:nvSpPr>
            <p:spPr>
              <a:xfrm>
                <a:off x="730872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29" name="Google Shape;2029;p42"/>
              <p:cNvSpPr/>
              <p:nvPr/>
            </p:nvSpPr>
            <p:spPr>
              <a:xfrm>
                <a:off x="749331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30" name="Google Shape;2030;p42"/>
              <p:cNvSpPr/>
              <p:nvPr/>
            </p:nvSpPr>
            <p:spPr>
              <a:xfrm>
                <a:off x="767791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31" name="Google Shape;2031;p42"/>
              <p:cNvSpPr/>
              <p:nvPr/>
            </p:nvSpPr>
            <p:spPr>
              <a:xfrm>
                <a:off x="566978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32" name="Google Shape;2032;p42"/>
              <p:cNvSpPr/>
              <p:nvPr/>
            </p:nvSpPr>
            <p:spPr>
              <a:xfrm>
                <a:off x="585438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33" name="Google Shape;2033;p42"/>
              <p:cNvSpPr/>
              <p:nvPr/>
            </p:nvSpPr>
            <p:spPr>
              <a:xfrm>
                <a:off x="603897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34" name="Google Shape;2034;p42"/>
              <p:cNvSpPr/>
              <p:nvPr/>
            </p:nvSpPr>
            <p:spPr>
              <a:xfrm>
                <a:off x="622350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35" name="Google Shape;2035;p42"/>
              <p:cNvSpPr/>
              <p:nvPr/>
            </p:nvSpPr>
            <p:spPr>
              <a:xfrm>
                <a:off x="640810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36" name="Google Shape;2036;p42"/>
              <p:cNvSpPr/>
              <p:nvPr/>
            </p:nvSpPr>
            <p:spPr>
              <a:xfrm>
                <a:off x="65926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37" name="Google Shape;2037;p42"/>
              <p:cNvSpPr/>
              <p:nvPr/>
            </p:nvSpPr>
            <p:spPr>
              <a:xfrm>
                <a:off x="5485193" y="525653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38" name="Google Shape;2038;p42"/>
              <p:cNvSpPr/>
              <p:nvPr/>
            </p:nvSpPr>
            <p:spPr>
              <a:xfrm>
                <a:off x="5485193" y="145173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39" name="Google Shape;2039;p42"/>
              <p:cNvSpPr/>
              <p:nvPr/>
            </p:nvSpPr>
            <p:spPr>
              <a:xfrm>
                <a:off x="5485193" y="1636966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40" name="Google Shape;2040;p42"/>
              <p:cNvSpPr/>
              <p:nvPr/>
            </p:nvSpPr>
            <p:spPr>
              <a:xfrm>
                <a:off x="5485193" y="126650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41" name="Google Shape;2041;p42"/>
              <p:cNvSpPr/>
              <p:nvPr/>
            </p:nvSpPr>
            <p:spPr>
              <a:xfrm>
                <a:off x="5485193" y="1081278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42" name="Google Shape;2042;p42"/>
              <p:cNvSpPr/>
              <p:nvPr/>
            </p:nvSpPr>
            <p:spPr>
              <a:xfrm>
                <a:off x="5485193" y="89611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43" name="Google Shape;2043;p42"/>
              <p:cNvSpPr/>
              <p:nvPr/>
            </p:nvSpPr>
            <p:spPr>
              <a:xfrm>
                <a:off x="5485193" y="71088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2044" name="Google Shape;2044;p42"/>
            <p:cNvSpPr/>
            <p:nvPr/>
          </p:nvSpPr>
          <p:spPr>
            <a:xfrm>
              <a:off x="2764500" y="3326025"/>
              <a:ext cx="1195167" cy="737592"/>
            </a:xfrm>
            <a:custGeom>
              <a:rect b="b" l="l" r="r" t="t"/>
              <a:pathLst>
                <a:path extrusionOk="0" h="555625" w="922909">
                  <a:moveTo>
                    <a:pt x="0" y="0"/>
                  </a:moveTo>
                  <a:lnTo>
                    <a:pt x="922909" y="0"/>
                  </a:lnTo>
                  <a:lnTo>
                    <a:pt x="922909" y="555625"/>
                  </a:lnTo>
                  <a:lnTo>
                    <a:pt x="0" y="555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5" name="Google Shape;2045;p42"/>
            <p:cNvSpPr/>
            <p:nvPr/>
          </p:nvSpPr>
          <p:spPr>
            <a:xfrm>
              <a:off x="5406200" y="2831175"/>
              <a:ext cx="974139" cy="985252"/>
            </a:xfrm>
            <a:custGeom>
              <a:rect b="b" l="l" r="r" t="t"/>
              <a:pathLst>
                <a:path extrusionOk="0" h="740791" w="740790">
                  <a:moveTo>
                    <a:pt x="740791" y="370395"/>
                  </a:moveTo>
                  <a:cubicBezTo>
                    <a:pt x="740791" y="574959"/>
                    <a:pt x="574959" y="740791"/>
                    <a:pt x="370396" y="740791"/>
                  </a:cubicBezTo>
                  <a:cubicBezTo>
                    <a:pt x="165832" y="740791"/>
                    <a:pt x="0" y="574959"/>
                    <a:pt x="0" y="370395"/>
                  </a:cubicBezTo>
                  <a:cubicBezTo>
                    <a:pt x="0" y="165832"/>
                    <a:pt x="165832" y="0"/>
                    <a:pt x="370396" y="0"/>
                  </a:cubicBezTo>
                  <a:cubicBezTo>
                    <a:pt x="574959" y="0"/>
                    <a:pt x="740791" y="165832"/>
                    <a:pt x="740791" y="3703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6" name="Google Shape;2046;p42"/>
            <p:cNvSpPr/>
            <p:nvPr/>
          </p:nvSpPr>
          <p:spPr>
            <a:xfrm>
              <a:off x="4203775" y="3816425"/>
              <a:ext cx="736446" cy="738062"/>
            </a:xfrm>
            <a:custGeom>
              <a:rect b="b" l="l" r="r" t="t"/>
              <a:pathLst>
                <a:path extrusionOk="0" h="581151" w="553719">
                  <a:moveTo>
                    <a:pt x="553720" y="581152"/>
                  </a:moveTo>
                  <a:lnTo>
                    <a:pt x="0" y="581152"/>
                  </a:lnTo>
                  <a:lnTo>
                    <a:pt x="0" y="0"/>
                  </a:lnTo>
                  <a:lnTo>
                    <a:pt x="553720" y="5811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t To Know Me">
  <a:themeElements>
    <a:clrScheme name="Simple Light">
      <a:dk1>
        <a:srgbClr val="000000"/>
      </a:dk1>
      <a:lt1>
        <a:srgbClr val="4F4F4F"/>
      </a:lt1>
      <a:dk2>
        <a:srgbClr val="E7E7E7"/>
      </a:dk2>
      <a:lt2>
        <a:srgbClr val="FFFFFF"/>
      </a:lt2>
      <a:accent1>
        <a:srgbClr val="F4F2F2"/>
      </a:accent1>
      <a:accent2>
        <a:srgbClr val="119BFE"/>
      </a:accent2>
      <a:accent3>
        <a:srgbClr val="FF6B4D"/>
      </a:accent3>
      <a:accent4>
        <a:srgbClr val="28C840"/>
      </a:accent4>
      <a:accent5>
        <a:srgbClr val="FFC600"/>
      </a:accent5>
      <a:accent6>
        <a:srgbClr val="CCCCCC"/>
      </a:accent6>
      <a:hlink>
        <a:srgbClr val="E2AFD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